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3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1" r:id="rId1"/>
    <p:sldMasterId id="2147483684" r:id="rId2"/>
    <p:sldMasterId id="2147483714" r:id="rId3"/>
  </p:sldMasterIdLst>
  <p:notesMasterIdLst>
    <p:notesMasterId r:id="rId66"/>
  </p:notesMasterIdLst>
  <p:handoutMasterIdLst>
    <p:handoutMasterId r:id="rId67"/>
  </p:handoutMasterIdLst>
  <p:sldIdLst>
    <p:sldId id="306" r:id="rId4"/>
    <p:sldId id="309" r:id="rId10"/>
    <p:sldId id="278" r:id="rId26"/>
    <p:sldId id="265" r:id="rId13"/>
    <p:sldId id="266" r:id="rId14"/>
    <p:sldId id="1077" r:id="rId93"/>
    <p:sldId id="269" r:id="rId18"/>
  </p:sldIdLst>
  <p:sldSz cx="9144000" cy="5143500" type="screen16x9"/>
  <p:notesSz cx="6858000" cy="9144000"/>
  <p:embeddedFontLst>
    <p:embeddedFont>
      <p:font typeface="Abril Fatface" panose="02000503000000020003" pitchFamily="2" charset="0"/>
      <p:regular r:id="rId68"/>
    </p:embeddedFont>
    <p:embeddedFont>
      <p:font typeface="Arvo" panose="020B0604020202020204" charset="0"/>
      <p:regular r:id="rId69"/>
      <p:bold r:id="rId70"/>
      <p:italic r:id="rId71"/>
      <p:boldItalic r:id="rId72"/>
    </p:embeddedFont>
    <p:embeddedFont>
      <p:font typeface="Nunito" pitchFamily="2" charset="0"/>
      <p:regular r:id="rId73"/>
      <p:bold r:id="rId74"/>
      <p:italic r:id="rId75"/>
      <p:boldItalic r:id="rId76"/>
    </p:embeddedFont>
    <p:embeddedFont>
      <p:font typeface="Proxima Nova" panose="020B0604020202020204" charset="0"/>
      <p:regular r:id="rId77"/>
      <p:bold r:id="rId78"/>
      <p:italic r:id="rId79"/>
      <p:boldItalic r:id="rId80"/>
    </p:embeddedFont>
    <p:embeddedFont>
      <p:font typeface="Proxima Nova Semibold" panose="020B0604020202020204" charset="0"/>
      <p:regular r:id="rId81"/>
      <p:bold r:id="rId82"/>
      <p:italic r:id="rId83"/>
      <p:boldItalic r:id="rId84"/>
    </p:embeddedFont>
    <p:embeddedFont>
      <p:font typeface="Verdana" panose="020B0604030504040204" pitchFamily="34" charset="0"/>
      <p:regular r:id="rId85"/>
      <p:bold r:id="rId86"/>
      <p:italic r:id="rId87"/>
      <p:boldItalic r:id="rId8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3A00"/>
    <a:srgbClr val="F0F7FE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8B95A6-628A-4F00-B418-630C7E3DFE8E}">
  <a:tblStyle styleId="{6E8B95A6-628A-4F00-B418-630C7E3DFE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6283" autoAdjust="0"/>
  </p:normalViewPr>
  <p:slideViewPr>
    <p:cSldViewPr snapToGrid="0" snapToObjects="1" showGuides="1">
      <p:cViewPr>
        <p:scale>
          <a:sx n="200" d="100"/>
          <a:sy n="200" d="100"/>
        </p:scale>
        <p:origin x="859" y="269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10" Type="http://schemas.openxmlformats.org/officeDocument/2006/relationships/slide" Target="slides/slide7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66" Type="http://schemas.openxmlformats.org/officeDocument/2006/relationships/notesMaster" Target="notesMasters/notesMaster1.xml"/><Relationship Id="rId67" Type="http://schemas.openxmlformats.org/officeDocument/2006/relationships/handoutMaster" Target="handoutMasters/handoutMaster1.xml"/><Relationship Id="rId68" Type="http://schemas.openxmlformats.org/officeDocument/2006/relationships/font" Target="fonts/font1.fntdata"/><Relationship Id="rId69" Type="http://schemas.openxmlformats.org/officeDocument/2006/relationships/font" Target="fonts/font2.fntdata"/><Relationship Id="rId70" Type="http://schemas.openxmlformats.org/officeDocument/2006/relationships/font" Target="fonts/font3.fntdata"/><Relationship Id="rId71" Type="http://schemas.openxmlformats.org/officeDocument/2006/relationships/font" Target="fonts/font4.fntdata"/><Relationship Id="rId72" Type="http://schemas.openxmlformats.org/officeDocument/2006/relationships/font" Target="fonts/font5.fntdata"/><Relationship Id="rId73" Type="http://schemas.openxmlformats.org/officeDocument/2006/relationships/font" Target="fonts/font6.fntdata"/><Relationship Id="rId74" Type="http://schemas.openxmlformats.org/officeDocument/2006/relationships/font" Target="fonts/font7.fntdata"/><Relationship Id="rId75" Type="http://schemas.openxmlformats.org/officeDocument/2006/relationships/font" Target="fonts/font8.fntdata"/><Relationship Id="rId76" Type="http://schemas.openxmlformats.org/officeDocument/2006/relationships/font" Target="fonts/font9.fntdata"/><Relationship Id="rId77" Type="http://schemas.openxmlformats.org/officeDocument/2006/relationships/font" Target="fonts/font10.fntdata"/><Relationship Id="rId78" Type="http://schemas.openxmlformats.org/officeDocument/2006/relationships/font" Target="fonts/font11.fntdata"/><Relationship Id="rId79" Type="http://schemas.openxmlformats.org/officeDocument/2006/relationships/font" Target="fonts/font12.fntdata"/><Relationship Id="rId80" Type="http://schemas.openxmlformats.org/officeDocument/2006/relationships/font" Target="fonts/font13.fntdata"/><Relationship Id="rId81" Type="http://schemas.openxmlformats.org/officeDocument/2006/relationships/font" Target="fonts/font14.fntdata"/><Relationship Id="rId82" Type="http://schemas.openxmlformats.org/officeDocument/2006/relationships/font" Target="fonts/font15.fntdata"/><Relationship Id="rId83" Type="http://schemas.openxmlformats.org/officeDocument/2006/relationships/font" Target="fonts/font16.fntdata"/><Relationship Id="rId84" Type="http://schemas.openxmlformats.org/officeDocument/2006/relationships/font" Target="fonts/font17.fntdata"/><Relationship Id="rId85" Type="http://schemas.openxmlformats.org/officeDocument/2006/relationships/font" Target="fonts/font18.fntdata"/><Relationship Id="rId86" Type="http://schemas.openxmlformats.org/officeDocument/2006/relationships/font" Target="fonts/font19.fntdata"/><Relationship Id="rId87" Type="http://schemas.openxmlformats.org/officeDocument/2006/relationships/font" Target="fonts/font20.fntdata"/><Relationship Id="rId88" Type="http://schemas.openxmlformats.org/officeDocument/2006/relationships/font" Target="fonts/font21.fntdata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Relationship Id="rId93" Type="http://schemas.openxmlformats.org/officeDocument/2006/relationships/slide" Target="slides/slide6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8CF0CD27-47B9-AD48-B4DE-60162A2E0BE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67DC2C9-B156-534D-8E40-C848812DC3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6A6578-EAD0-834C-83D1-171C36565C98}" type="datetimeFigureOut">
              <a:rPr lang="es-PE" smtClean="0"/>
              <a:t>5/10/2026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8717857-0327-0545-90E1-44BADE5F32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204223F-7976-5A49-9384-0FBC9D712BB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50BD6E-73C6-5E4E-8AA3-AA46CA83700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15409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 pruebas del proyecto confirmaron compilación y operaciones funcionales en las cuatro versiones. Eso no demuestra que un framework tenga mejor rendimiento que otro. La conclusión de rendimiento debe limitarse a los escenarios y al equipo de las mediciones. La paginación reduce las filas montadas y es otro escenario válido para comparar. Duración sugerida: 25 segundos.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InventoryPro es una aplicación de inventario con dashboard, tabla y formulario. Las cuatro versiones ofrecen las mismas operaciones. Los datos se generan localmente y con semilla fija; no interviene una API ni una base de datos. La imagen corresponde a la versión React. Duración sugerida: 25 segundos.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Presento una comparación práctica de cuatro tecnologías frontend. La idea es mantener la misma aplicación y observar cómo cambia su implementación y la respuesta de la interfaz. React se incluye como biblioteca de UI, junto con los otros frameworks. Duración sugerida: 20 segundos.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La metodología evita cambiar varias cosas a la vez. Los datos y las operaciones son equivalentes, aunque el motor reactivo cambia. Usamos producción, el mismo equipo y al menos cinco repeticiones. Limpiar antes de insertar permite comparar el montaje desde cero; insertar dos veces el mismo conjunto puede reutilizar filas existentes. Duración sugerida: 30 segundos.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La latencia de una interacción incluye retraso de entrada, procesamiento y presentación hasta el siguiente pintado. El panel de INP muestra una métrica de la sesión y no necesariamente la última interacción. Para comparar cada inserción, grabo Performance y selecciono su clic en Interactions. También reviso Scripting, Rendering, Painting y tareas largas. No se están midiendo tiempos de descarga ni carga inicial. Duración sugerida: 35 segundos.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Paso a la demostración. Primero muestro que las cuatro aplicaciones tienen las mismas funciones. Luego realizo el flujo limpiar e insertar con todas las filas y observo el evento en Performance. Si el tiempo lo permite, repito búsqueda y paginación. Los valores obtenidos en vivo son ilustrativos; para resultados formales uso las medianas de varias repeticiones. Duración sugerida: 15 segundos antes de abrir las aplicaciones.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2" name="Google Shape;762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React organiza la UI con componentes y estado. Vue utiliza refs y propiedades calculadas. Angular emplea signals en esta implementación. Svelte usa runes y compila los componentes. Estas diferencias no permiten afirmar por sí solas cuál es más rápido: eso depende del escenario y debe medirse. Duración sugerida: 35 segundos.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Relationship Id="rId3" Type="http://schemas.openxmlformats.org/officeDocument/2006/relationships/image" Target="../media/image5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4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Relationship Id="rId3" Type="http://schemas.openxmlformats.org/officeDocument/2006/relationships/image" Target="../media/image5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Relationship Id="rId3" Type="http://schemas.openxmlformats.org/officeDocument/2006/relationships/image" Target="../media/image5.emf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4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4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Relationship Id="rId3" Type="http://schemas.openxmlformats.org/officeDocument/2006/relationships/image" Target="../media/image5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Relationship Id="rId3" Type="http://schemas.openxmlformats.org/officeDocument/2006/relationships/image" Target="../media/image5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slide" preserve="1">
  <p:cSld name="1_Main slide">
    <p:bg>
      <p:bgPr>
        <a:solidFill>
          <a:schemeClr val="tx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224900" y="1728443"/>
            <a:ext cx="6694200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2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 idx="2"/>
          </p:nvPr>
        </p:nvSpPr>
        <p:spPr>
          <a:xfrm>
            <a:off x="1224900" y="2957137"/>
            <a:ext cx="66942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4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0E60842-F737-4612-A947-C9FA3BDF18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4233"/>
          <a:stretch/>
        </p:blipFill>
        <p:spPr>
          <a:xfrm>
            <a:off x="90957" y="-1877"/>
            <a:ext cx="1684503" cy="88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495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slide" preserve="1">
  <p:cSld name="1_Main slide">
    <p:bg>
      <p:bgPr>
        <a:solidFill>
          <a:srgbClr val="FF3A00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224900" y="1728443"/>
            <a:ext cx="6694200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2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 idx="2"/>
          </p:nvPr>
        </p:nvSpPr>
        <p:spPr>
          <a:xfrm>
            <a:off x="1224900" y="2945026"/>
            <a:ext cx="66942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28B4027-63BE-4471-9EC2-401A137E88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957" y="-1877"/>
            <a:ext cx="2561321" cy="88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518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slide" preserve="1">
  <p:cSld name="1_Main slide">
    <p:bg>
      <p:bgPr>
        <a:solidFill>
          <a:schemeClr val="tx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653979" y="1607530"/>
            <a:ext cx="2840117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18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 idx="2"/>
          </p:nvPr>
        </p:nvSpPr>
        <p:spPr>
          <a:xfrm>
            <a:off x="5653978" y="2932221"/>
            <a:ext cx="2840117" cy="1231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4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16740B2-2B52-498B-B379-B910B65245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9893"/>
          <a:stretch/>
        </p:blipFill>
        <p:spPr>
          <a:xfrm>
            <a:off x="7100699" y="4321238"/>
            <a:ext cx="1795652" cy="88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67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slide" preserve="1">
  <p:cSld name="1_Main slide">
    <p:bg>
      <p:bgPr>
        <a:solidFill>
          <a:schemeClr val="bg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653979" y="1607530"/>
            <a:ext cx="2840117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24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 idx="2"/>
          </p:nvPr>
        </p:nvSpPr>
        <p:spPr>
          <a:xfrm>
            <a:off x="5653978" y="2932221"/>
            <a:ext cx="2840117" cy="12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76C3590-54E2-45D9-AD99-8DF487F1BD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86348" y="4321238"/>
            <a:ext cx="2561321" cy="884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06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slide with title 1" preserve="1">
  <p:cSld name="1_Text slide with title 1">
    <p:bg>
      <p:bgPr>
        <a:solidFill>
          <a:srgbClr val="FF3A00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397325" y="1044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397334" y="1628200"/>
            <a:ext cx="6147600" cy="18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A00"/>
              </a:buClr>
              <a:buSzPts val="1400"/>
              <a:buChar char="●"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91440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2pPr>
            <a:lvl3pPr marL="137160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3pPr>
            <a:lvl4pPr marL="182880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 sz="1200">
                <a:solidFill>
                  <a:srgbClr val="999999"/>
                </a:solidFill>
              </a:defRPr>
            </a:lvl4pPr>
            <a:lvl5pPr marL="228600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5pPr>
            <a:lvl6pPr marL="274320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6pPr>
            <a:lvl7pPr marL="320040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 sz="1200">
                <a:solidFill>
                  <a:srgbClr val="999999"/>
                </a:solidFill>
              </a:defRPr>
            </a:lvl7pPr>
            <a:lvl8pPr marL="365760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8pPr>
            <a:lvl9pPr marL="411480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FD424CB-1575-FB4E-A03E-542348CBF3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332BB26-420C-9542-AE02-C2D8D2FDC7C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05447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84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 type="blank" preserve="1">
  <p:cSld name="1_Title and Subtitle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A878E344-D77D-5346-AB71-8DB7D769D0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152" t="9801" r="613" b="14877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37" name="Google Shape;37;p6"/>
          <p:cNvSpPr/>
          <p:nvPr/>
        </p:nvSpPr>
        <p:spPr>
          <a:xfrm>
            <a:off x="5042452" y="589721"/>
            <a:ext cx="3821973" cy="424069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6"/>
          <p:cNvSpPr txBox="1">
            <a:spLocks noGrp="1"/>
          </p:cNvSpPr>
          <p:nvPr>
            <p:ph type="ctrTitle"/>
          </p:nvPr>
        </p:nvSpPr>
        <p:spPr>
          <a:xfrm>
            <a:off x="5336324" y="900355"/>
            <a:ext cx="25986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 b="1" i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ubTitle" idx="1"/>
          </p:nvPr>
        </p:nvSpPr>
        <p:spPr>
          <a:xfrm>
            <a:off x="5336424" y="2100355"/>
            <a:ext cx="3270862" cy="17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sp>
        <p:nvSpPr>
          <p:cNvPr id="6" name="Google Shape;216;p28">
            <a:extLst>
              <a:ext uri="{FF2B5EF4-FFF2-40B4-BE49-F238E27FC236}">
                <a16:creationId xmlns:a16="http://schemas.microsoft.com/office/drawing/2014/main" id="{9621EFEA-B57D-894F-9454-96EED43DCBE2}"/>
              </a:ext>
            </a:extLst>
          </p:cNvPr>
          <p:cNvSpPr/>
          <p:nvPr userDrawn="1"/>
        </p:nvSpPr>
        <p:spPr>
          <a:xfrm>
            <a:off x="5442296" y="1979400"/>
            <a:ext cx="166200" cy="37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E7F51E1-5589-6842-A5A4-9F0645876E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752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wo columns" type="twoColTx" preserve="1">
  <p:cSld name="1_Slide with two columns">
    <p:bg>
      <p:bgPr>
        <a:solidFill>
          <a:srgbClr val="FF3A00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title"/>
          </p:nvPr>
        </p:nvSpPr>
        <p:spPr>
          <a:xfrm>
            <a:off x="311700" y="1054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 sz="18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/>
          <p:nvPr/>
        </p:nvSpPr>
        <p:spPr>
          <a:xfrm>
            <a:off x="791700" y="4187374"/>
            <a:ext cx="29078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673179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ubTitle" idx="2"/>
          </p:nvPr>
        </p:nvSpPr>
        <p:spPr>
          <a:xfrm>
            <a:off x="673179" y="2661975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3"/>
          </p:nvPr>
        </p:nvSpPr>
        <p:spPr>
          <a:xfrm>
            <a:off x="4785325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4"/>
          </p:nvPr>
        </p:nvSpPr>
        <p:spPr>
          <a:xfrm>
            <a:off x="4785325" y="2661975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64;p10">
            <a:extLst>
              <a:ext uri="{FF2B5EF4-FFF2-40B4-BE49-F238E27FC236}">
                <a16:creationId xmlns:a16="http://schemas.microsoft.com/office/drawing/2014/main" id="{9B11CE8D-9E3F-B545-90A8-091FBDD976F7}"/>
              </a:ext>
            </a:extLst>
          </p:cNvPr>
          <p:cNvSpPr/>
          <p:nvPr userDrawn="1"/>
        </p:nvSpPr>
        <p:spPr>
          <a:xfrm>
            <a:off x="5040971" y="4187374"/>
            <a:ext cx="29078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46140CDB-8B02-8F47-85E2-53F35BB870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B04DC8E-1314-C149-B3EA-968530BBD8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05447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38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hree columns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311700" y="673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1800" b="1" i="0">
                <a:solidFill>
                  <a:srgbClr val="43434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11"/>
          <p:cNvSpPr txBox="1">
            <a:spLocks noGrp="1"/>
          </p:cNvSpPr>
          <p:nvPr>
            <p:ph type="subTitle" idx="1"/>
          </p:nvPr>
        </p:nvSpPr>
        <p:spPr>
          <a:xfrm>
            <a:off x="575640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77" name="Google Shape;77;p11"/>
          <p:cNvSpPr txBox="1">
            <a:spLocks noGrp="1"/>
          </p:cNvSpPr>
          <p:nvPr>
            <p:ph type="subTitle" idx="2"/>
          </p:nvPr>
        </p:nvSpPr>
        <p:spPr>
          <a:xfrm>
            <a:off x="575640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78" name="Google Shape;78;p11"/>
          <p:cNvSpPr txBox="1">
            <a:spLocks noGrp="1"/>
          </p:cNvSpPr>
          <p:nvPr>
            <p:ph type="subTitle" idx="3"/>
          </p:nvPr>
        </p:nvSpPr>
        <p:spPr>
          <a:xfrm>
            <a:off x="3355575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ubTitle" idx="4"/>
          </p:nvPr>
        </p:nvSpPr>
        <p:spPr>
          <a:xfrm>
            <a:off x="3355575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ubTitle" idx="5"/>
          </p:nvPr>
        </p:nvSpPr>
        <p:spPr>
          <a:xfrm>
            <a:off x="6119761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6"/>
          </p:nvPr>
        </p:nvSpPr>
        <p:spPr>
          <a:xfrm>
            <a:off x="6119761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8D716258-4A8A-2E4E-9D4A-AF9462E49F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  <p:sp>
        <p:nvSpPr>
          <p:cNvPr id="10" name="Marcador de número de diapositiva 2">
            <a:extLst>
              <a:ext uri="{FF2B5EF4-FFF2-40B4-BE49-F238E27FC236}">
                <a16:creationId xmlns:a16="http://schemas.microsoft.com/office/drawing/2014/main" id="{95068C37-A98D-4C68-97B6-087DC20ACD61}"/>
              </a:ext>
            </a:extLst>
          </p:cNvPr>
          <p:cNvSpPr txBox="1">
            <a:spLocks/>
          </p:cNvSpPr>
          <p:nvPr userDrawn="1"/>
        </p:nvSpPr>
        <p:spPr>
          <a:xfrm>
            <a:off x="8604250" y="4908176"/>
            <a:ext cx="539750" cy="21846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21B3793-CA5A-4C46-BE7B-8A43ED5EDC79}" type="slidenum">
              <a:rPr lang="es-ES_tradnl" sz="800" smtClean="0"/>
              <a:t>‹Nº›</a:t>
            </a:fld>
            <a:endParaRPr lang="es-ES_tradnl" sz="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hree columns" type="titleOnly" preserve="1">
  <p:cSld name="1_Slide with three columns">
    <p:bg>
      <p:bgPr>
        <a:solidFill>
          <a:srgbClr val="FF3A00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311700" y="673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18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11"/>
          <p:cNvSpPr txBox="1">
            <a:spLocks noGrp="1"/>
          </p:cNvSpPr>
          <p:nvPr>
            <p:ph type="subTitle" idx="1"/>
          </p:nvPr>
        </p:nvSpPr>
        <p:spPr>
          <a:xfrm>
            <a:off x="575640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77" name="Google Shape;77;p11"/>
          <p:cNvSpPr txBox="1">
            <a:spLocks noGrp="1"/>
          </p:cNvSpPr>
          <p:nvPr>
            <p:ph type="subTitle" idx="2"/>
          </p:nvPr>
        </p:nvSpPr>
        <p:spPr>
          <a:xfrm>
            <a:off x="575640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78" name="Google Shape;78;p11"/>
          <p:cNvSpPr txBox="1">
            <a:spLocks noGrp="1"/>
          </p:cNvSpPr>
          <p:nvPr>
            <p:ph type="subTitle" idx="3"/>
          </p:nvPr>
        </p:nvSpPr>
        <p:spPr>
          <a:xfrm>
            <a:off x="3355575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ubTitle" idx="4"/>
          </p:nvPr>
        </p:nvSpPr>
        <p:spPr>
          <a:xfrm>
            <a:off x="3355575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ubTitle" idx="5"/>
          </p:nvPr>
        </p:nvSpPr>
        <p:spPr>
          <a:xfrm>
            <a:off x="6119761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6"/>
          </p:nvPr>
        </p:nvSpPr>
        <p:spPr>
          <a:xfrm>
            <a:off x="6119761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290CFE3-0E74-E845-9472-E7EDB30853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05447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901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slide with big number" preserve="1">
  <p:cSld name="1_Red slide with big number">
    <p:bg>
      <p:bgPr>
        <a:solidFill>
          <a:schemeClr val="tx1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title" hasCustomPrompt="1"/>
          </p:nvPr>
        </p:nvSpPr>
        <p:spPr>
          <a:xfrm>
            <a:off x="311700" y="12585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8000" b="1" i="0">
                <a:solidFill>
                  <a:schemeClr val="l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"/>
          </p:nvPr>
        </p:nvSpPr>
        <p:spPr>
          <a:xfrm>
            <a:off x="1881147" y="3077100"/>
            <a:ext cx="53817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3BEA12D-5876-F84C-924F-80A98BCBAC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355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itle" preserve="1">
  <p:cSld name="1_Slide with titl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>
            <a:spLocks noGrp="1"/>
          </p:cNvSpPr>
          <p:nvPr>
            <p:ph type="title"/>
          </p:nvPr>
        </p:nvSpPr>
        <p:spPr>
          <a:xfrm>
            <a:off x="299700" y="911325"/>
            <a:ext cx="8544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93BCDC-2364-5342-8B64-B47CD4C286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5972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slide" preserve="1">
  <p:cSld name="Main slide">
    <p:bg>
      <p:bgPr>
        <a:solidFill>
          <a:schemeClr val="tx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224900" y="1728443"/>
            <a:ext cx="6694200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2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 idx="2"/>
          </p:nvPr>
        </p:nvSpPr>
        <p:spPr>
          <a:xfrm>
            <a:off x="1224900" y="2957137"/>
            <a:ext cx="66942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4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0E60842-F737-4612-A947-C9FA3BDF18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0812"/>
          <a:stretch/>
        </p:blipFill>
        <p:spPr>
          <a:xfrm>
            <a:off x="90957" y="-1877"/>
            <a:ext cx="1772133" cy="88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1879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slide" preserve="1">
  <p:cSld name="1_Main slide">
    <p:bg>
      <p:bgPr>
        <a:solidFill>
          <a:srgbClr val="FF3A00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224900" y="1728443"/>
            <a:ext cx="6694200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32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 idx="2"/>
          </p:nvPr>
        </p:nvSpPr>
        <p:spPr>
          <a:xfrm>
            <a:off x="1224900" y="2945026"/>
            <a:ext cx="66942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4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28B4027-63BE-4471-9EC2-401A137E88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2597"/>
          <a:stretch/>
        </p:blipFill>
        <p:spPr>
          <a:xfrm>
            <a:off x="90957" y="-1877"/>
            <a:ext cx="1726413" cy="88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622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slide" preserve="1">
  <p:cSld name="1_Main slide">
    <p:bg>
      <p:bgPr>
        <a:solidFill>
          <a:schemeClr val="tx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653979" y="1607530"/>
            <a:ext cx="2840117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18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 idx="2"/>
          </p:nvPr>
        </p:nvSpPr>
        <p:spPr>
          <a:xfrm>
            <a:off x="5653978" y="2932221"/>
            <a:ext cx="2840117" cy="12317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4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16740B2-2B52-498B-B379-B910B65245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28704"/>
          <a:stretch/>
        </p:blipFill>
        <p:spPr>
          <a:xfrm>
            <a:off x="7317868" y="4321238"/>
            <a:ext cx="1826132" cy="884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696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slide" preserve="1">
  <p:cSld name="1_Main slide">
    <p:bg>
      <p:bgPr>
        <a:solidFill>
          <a:schemeClr val="bg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653979" y="1607530"/>
            <a:ext cx="2840117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24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 idx="2"/>
          </p:nvPr>
        </p:nvSpPr>
        <p:spPr>
          <a:xfrm>
            <a:off x="5653978" y="2932221"/>
            <a:ext cx="2840117" cy="12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1800"/>
              <a:buNone/>
              <a:defRPr sz="1800"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76C3590-54E2-45D9-AD99-8DF487F1BD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32720"/>
          <a:stretch/>
        </p:blipFill>
        <p:spPr>
          <a:xfrm>
            <a:off x="7420738" y="4423912"/>
            <a:ext cx="1723262" cy="884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166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slide with title" userDrawn="1">
  <p:cSld name="Text slide with 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208;p27">
            <a:extLst>
              <a:ext uri="{FF2B5EF4-FFF2-40B4-BE49-F238E27FC236}">
                <a16:creationId xmlns:a16="http://schemas.microsoft.com/office/drawing/2014/main" id="{39B7C2D7-E360-5C46-81D2-9E608A92BC0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48800" y="2667225"/>
            <a:ext cx="3047100" cy="3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>
              <a:defRPr sz="1050"/>
            </a:lvl1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FF3A00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Google Shape;12;p2">
            <a:extLst>
              <a:ext uri="{FF2B5EF4-FFF2-40B4-BE49-F238E27FC236}">
                <a16:creationId xmlns:a16="http://schemas.microsoft.com/office/drawing/2014/main" id="{0A306230-333A-5243-8754-356D7DC3BAF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548800" y="1504585"/>
            <a:ext cx="2840117" cy="10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18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None/>
              <a:defRPr>
                <a:solidFill>
                  <a:srgbClr val="7F8D99"/>
                </a:solidFill>
              </a:defRPr>
            </a:lvl9pPr>
          </a:lstStyle>
          <a:p>
            <a:endParaRPr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AC28E5FE-2407-484A-B43E-10BC8AE6F15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7600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slide with title 1">
  <p:cSld name="Text slide with title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397325" y="1044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397334" y="1628200"/>
            <a:ext cx="6147600" cy="18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A00"/>
              </a:buClr>
              <a:buSzPts val="1400"/>
              <a:buChar char="●"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91440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2pPr>
            <a:lvl3pPr marL="137160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3pPr>
            <a:lvl4pPr marL="182880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 sz="1200">
                <a:solidFill>
                  <a:srgbClr val="999999"/>
                </a:solidFill>
              </a:defRPr>
            </a:lvl4pPr>
            <a:lvl5pPr marL="228600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5pPr>
            <a:lvl6pPr marL="274320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6pPr>
            <a:lvl7pPr marL="320040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 sz="1200">
                <a:solidFill>
                  <a:srgbClr val="999999"/>
                </a:solidFill>
              </a:defRPr>
            </a:lvl7pPr>
            <a:lvl8pPr marL="365760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8pPr>
            <a:lvl9pPr marL="411480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FD424CB-1575-FB4E-A03E-542348CBF3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401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slide with title 1" preserve="1">
  <p:cSld name="1_Text slide with title 1">
    <p:bg>
      <p:bgPr>
        <a:solidFill>
          <a:srgbClr val="FF3A00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397325" y="1044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397334" y="1628200"/>
            <a:ext cx="6147600" cy="187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3A00"/>
              </a:buClr>
              <a:buSzPts val="1400"/>
              <a:buChar char="●"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91440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2pPr>
            <a:lvl3pPr marL="137160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3pPr>
            <a:lvl4pPr marL="182880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 sz="1200">
                <a:solidFill>
                  <a:srgbClr val="999999"/>
                </a:solidFill>
              </a:defRPr>
            </a:lvl4pPr>
            <a:lvl5pPr marL="228600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5pPr>
            <a:lvl6pPr marL="274320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6pPr>
            <a:lvl7pPr marL="320040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 sz="1200">
                <a:solidFill>
                  <a:srgbClr val="999999"/>
                </a:solidFill>
              </a:defRPr>
            </a:lvl7pPr>
            <a:lvl8pPr marL="365760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 sz="1200">
                <a:solidFill>
                  <a:srgbClr val="999999"/>
                </a:solidFill>
              </a:defRPr>
            </a:lvl8pPr>
            <a:lvl9pPr marL="411480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FD424CB-1575-FB4E-A03E-542348CBF3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332BB26-420C-9542-AE02-C2D8D2FDC7C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05447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481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mple slide with text and title" type="tx">
  <p:cSld name="Simple slide with text and 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ctrTitle"/>
          </p:nvPr>
        </p:nvSpPr>
        <p:spPr>
          <a:xfrm>
            <a:off x="581729" y="1049938"/>
            <a:ext cx="3396000" cy="15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400"/>
              <a:buNone/>
              <a:defRPr sz="24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1"/>
          </p:nvPr>
        </p:nvSpPr>
        <p:spPr>
          <a:xfrm>
            <a:off x="756179" y="3108475"/>
            <a:ext cx="3047100" cy="3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33" name="Google Shape;33;p5"/>
          <p:cNvSpPr/>
          <p:nvPr/>
        </p:nvSpPr>
        <p:spPr>
          <a:xfrm>
            <a:off x="2196629" y="374600"/>
            <a:ext cx="166200" cy="37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2196629" y="3018575"/>
            <a:ext cx="166200" cy="37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6F59AB06-546E-B14F-BE01-1397FB6930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2157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 type="blank">
  <p:cSld name="Title and Subtitle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A878E344-D77D-5346-AB71-8DB7D769D0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152" t="9801" r="613" b="14877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37" name="Google Shape;37;p6"/>
          <p:cNvSpPr/>
          <p:nvPr/>
        </p:nvSpPr>
        <p:spPr>
          <a:xfrm>
            <a:off x="5042452" y="589721"/>
            <a:ext cx="3821973" cy="4240696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6"/>
          <p:cNvSpPr txBox="1">
            <a:spLocks noGrp="1"/>
          </p:cNvSpPr>
          <p:nvPr>
            <p:ph type="ctrTitle"/>
          </p:nvPr>
        </p:nvSpPr>
        <p:spPr>
          <a:xfrm>
            <a:off x="5336324" y="900355"/>
            <a:ext cx="2598600" cy="99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 b="1" i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ubTitle" idx="1"/>
          </p:nvPr>
        </p:nvSpPr>
        <p:spPr>
          <a:xfrm>
            <a:off x="5336424" y="2100355"/>
            <a:ext cx="3270862" cy="17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sp>
        <p:nvSpPr>
          <p:cNvPr id="12" name="Google Shape;216;p28">
            <a:extLst>
              <a:ext uri="{FF2B5EF4-FFF2-40B4-BE49-F238E27FC236}">
                <a16:creationId xmlns:a16="http://schemas.microsoft.com/office/drawing/2014/main" id="{2E1B4F25-6222-AF45-BF72-6BCD089E00BD}"/>
              </a:ext>
            </a:extLst>
          </p:cNvPr>
          <p:cNvSpPr/>
          <p:nvPr userDrawn="1"/>
        </p:nvSpPr>
        <p:spPr>
          <a:xfrm>
            <a:off x="5442296" y="1979400"/>
            <a:ext cx="166200" cy="37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0CC4BFE5-17B3-ED4C-ABBE-2B91F473A6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2740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ubtitle" type="blank" preserve="1">
  <p:cSld name="1_Title and Subtitle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A878E344-D77D-5346-AB71-8DB7D769D09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152" t="9801" r="613" b="14877"/>
          <a:stretch/>
        </p:blipFill>
        <p:spPr>
          <a:xfrm>
            <a:off x="0" y="-1"/>
            <a:ext cx="9144000" cy="5143501"/>
          </a:xfrm>
          <a:prstGeom prst="rect">
            <a:avLst/>
          </a:prstGeom>
        </p:spPr>
      </p:pic>
      <p:sp>
        <p:nvSpPr>
          <p:cNvPr id="37" name="Google Shape;37;p6"/>
          <p:cNvSpPr/>
          <p:nvPr/>
        </p:nvSpPr>
        <p:spPr>
          <a:xfrm>
            <a:off x="5042452" y="589721"/>
            <a:ext cx="3821973" cy="424069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6"/>
          <p:cNvSpPr txBox="1">
            <a:spLocks noGrp="1"/>
          </p:cNvSpPr>
          <p:nvPr>
            <p:ph type="ctrTitle"/>
          </p:nvPr>
        </p:nvSpPr>
        <p:spPr>
          <a:xfrm>
            <a:off x="5336324" y="900355"/>
            <a:ext cx="2598600" cy="1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None/>
              <a:defRPr sz="2000" b="1" i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sp>
        <p:nvSpPr>
          <p:cNvPr id="39" name="Google Shape;39;p6"/>
          <p:cNvSpPr txBox="1">
            <a:spLocks noGrp="1"/>
          </p:cNvSpPr>
          <p:nvPr>
            <p:ph type="subTitle" idx="1"/>
          </p:nvPr>
        </p:nvSpPr>
        <p:spPr>
          <a:xfrm>
            <a:off x="5336424" y="2100355"/>
            <a:ext cx="3270862" cy="174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sp>
        <p:nvSpPr>
          <p:cNvPr id="6" name="Google Shape;216;p28">
            <a:extLst>
              <a:ext uri="{FF2B5EF4-FFF2-40B4-BE49-F238E27FC236}">
                <a16:creationId xmlns:a16="http://schemas.microsoft.com/office/drawing/2014/main" id="{9621EFEA-B57D-894F-9454-96EED43DCBE2}"/>
              </a:ext>
            </a:extLst>
          </p:cNvPr>
          <p:cNvSpPr/>
          <p:nvPr userDrawn="1"/>
        </p:nvSpPr>
        <p:spPr>
          <a:xfrm>
            <a:off x="5442296" y="1979400"/>
            <a:ext cx="166200" cy="37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E7F51E1-5589-6842-A5A4-9F0645876E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1608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>
  <p:cSld name="Title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/>
          <p:nvPr/>
        </p:nvSpPr>
        <p:spPr>
          <a:xfrm>
            <a:off x="5305775" y="415603"/>
            <a:ext cx="3451800" cy="4348596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7"/>
          <p:cNvSpPr txBox="1">
            <a:spLocks noGrp="1"/>
          </p:cNvSpPr>
          <p:nvPr>
            <p:ph type="ctrTitle"/>
          </p:nvPr>
        </p:nvSpPr>
        <p:spPr>
          <a:xfrm>
            <a:off x="5739850" y="764829"/>
            <a:ext cx="2598600" cy="855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000" b="1" i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E6CC937-207B-E04D-9F79-CB9305DB5C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532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ext and quote">
  <p:cSld name="Slide with text and quot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429581" y="2871343"/>
            <a:ext cx="3658800" cy="13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 idx="2"/>
          </p:nvPr>
        </p:nvSpPr>
        <p:spPr>
          <a:xfrm>
            <a:off x="5010425" y="427975"/>
            <a:ext cx="3788400" cy="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rgbClr val="CC3F3A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rgbClr val="CC3F3A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rgbClr val="CC3F3A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rgbClr val="CC3F3A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rgbClr val="CC3F3A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rgbClr val="CC3F3A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rgbClr val="CC3F3A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5010425" y="1422175"/>
            <a:ext cx="3722400" cy="139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58" name="Google Shape;58;p9"/>
          <p:cNvSpPr txBox="1">
            <a:spLocks noGrp="1"/>
          </p:cNvSpPr>
          <p:nvPr>
            <p:ph type="subTitle" idx="3"/>
          </p:nvPr>
        </p:nvSpPr>
        <p:spPr>
          <a:xfrm>
            <a:off x="5010425" y="2846806"/>
            <a:ext cx="3722400" cy="139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AC4A492-1DF2-FA40-BC62-BB1F0F09DC5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300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wo columns" type="twoColTx">
  <p:cSld name="Slide with two columns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title"/>
          </p:nvPr>
        </p:nvSpPr>
        <p:spPr>
          <a:xfrm>
            <a:off x="311700" y="1054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 sz="16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673179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ubTitle" idx="2"/>
          </p:nvPr>
        </p:nvSpPr>
        <p:spPr>
          <a:xfrm>
            <a:off x="673179" y="2661975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3"/>
          </p:nvPr>
        </p:nvSpPr>
        <p:spPr>
          <a:xfrm>
            <a:off x="4785325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4"/>
          </p:nvPr>
        </p:nvSpPr>
        <p:spPr>
          <a:xfrm>
            <a:off x="4785325" y="2661975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46140CDB-8B02-8F47-85E2-53F35BB870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497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wo columns" type="twoColTx" preserve="1">
  <p:cSld name="1_Slide with two columns">
    <p:bg>
      <p:bgPr>
        <a:solidFill>
          <a:srgbClr val="FF3A00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0"/>
          <p:cNvSpPr txBox="1">
            <a:spLocks noGrp="1"/>
          </p:cNvSpPr>
          <p:nvPr>
            <p:ph type="title"/>
          </p:nvPr>
        </p:nvSpPr>
        <p:spPr>
          <a:xfrm>
            <a:off x="311700" y="1054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 sz="18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64" name="Google Shape;64;p10"/>
          <p:cNvSpPr/>
          <p:nvPr/>
        </p:nvSpPr>
        <p:spPr>
          <a:xfrm>
            <a:off x="791700" y="4187374"/>
            <a:ext cx="29078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673179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67" name="Google Shape;67;p10"/>
          <p:cNvSpPr txBox="1">
            <a:spLocks noGrp="1"/>
          </p:cNvSpPr>
          <p:nvPr>
            <p:ph type="subTitle" idx="2"/>
          </p:nvPr>
        </p:nvSpPr>
        <p:spPr>
          <a:xfrm>
            <a:off x="673179" y="2661975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68" name="Google Shape;68;p10"/>
          <p:cNvSpPr txBox="1">
            <a:spLocks noGrp="1"/>
          </p:cNvSpPr>
          <p:nvPr>
            <p:ph type="subTitle" idx="3"/>
          </p:nvPr>
        </p:nvSpPr>
        <p:spPr>
          <a:xfrm>
            <a:off x="4785325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69" name="Google Shape;69;p10"/>
          <p:cNvSpPr txBox="1">
            <a:spLocks noGrp="1"/>
          </p:cNvSpPr>
          <p:nvPr>
            <p:ph type="subTitle" idx="4"/>
          </p:nvPr>
        </p:nvSpPr>
        <p:spPr>
          <a:xfrm>
            <a:off x="4785325" y="2661975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64;p10">
            <a:extLst>
              <a:ext uri="{FF2B5EF4-FFF2-40B4-BE49-F238E27FC236}">
                <a16:creationId xmlns:a16="http://schemas.microsoft.com/office/drawing/2014/main" id="{9B11CE8D-9E3F-B545-90A8-091FBDD976F7}"/>
              </a:ext>
            </a:extLst>
          </p:cNvPr>
          <p:cNvSpPr/>
          <p:nvPr userDrawn="1"/>
        </p:nvSpPr>
        <p:spPr>
          <a:xfrm>
            <a:off x="5040971" y="4187374"/>
            <a:ext cx="29078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46140CDB-8B02-8F47-85E2-53F35BB870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B04DC8E-1314-C149-B3EA-968530BBD8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05447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6232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hree columns" type="titleOnly">
  <p:cSld name="Slide with three columns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311700" y="673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1800" b="1" i="0">
                <a:solidFill>
                  <a:srgbClr val="43434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11"/>
          <p:cNvSpPr txBox="1">
            <a:spLocks noGrp="1"/>
          </p:cNvSpPr>
          <p:nvPr>
            <p:ph type="subTitle" idx="1"/>
          </p:nvPr>
        </p:nvSpPr>
        <p:spPr>
          <a:xfrm>
            <a:off x="575640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77" name="Google Shape;77;p11"/>
          <p:cNvSpPr txBox="1">
            <a:spLocks noGrp="1"/>
          </p:cNvSpPr>
          <p:nvPr>
            <p:ph type="subTitle" idx="2"/>
          </p:nvPr>
        </p:nvSpPr>
        <p:spPr>
          <a:xfrm>
            <a:off x="575640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78" name="Google Shape;78;p11"/>
          <p:cNvSpPr txBox="1">
            <a:spLocks noGrp="1"/>
          </p:cNvSpPr>
          <p:nvPr>
            <p:ph type="subTitle" idx="3"/>
          </p:nvPr>
        </p:nvSpPr>
        <p:spPr>
          <a:xfrm>
            <a:off x="3355575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ubTitle" idx="4"/>
          </p:nvPr>
        </p:nvSpPr>
        <p:spPr>
          <a:xfrm>
            <a:off x="3355575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ubTitle" idx="5"/>
          </p:nvPr>
        </p:nvSpPr>
        <p:spPr>
          <a:xfrm>
            <a:off x="6119761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6"/>
          </p:nvPr>
        </p:nvSpPr>
        <p:spPr>
          <a:xfrm>
            <a:off x="6119761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8D716258-4A8A-2E4E-9D4A-AF9462E49F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81298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hree columns" type="titleOnly" preserve="1">
  <p:cSld name="1_Slide with three columns">
    <p:bg>
      <p:bgPr>
        <a:solidFill>
          <a:srgbClr val="FF3A00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311700" y="673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800"/>
              <a:buNone/>
              <a:defRPr sz="18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76" name="Google Shape;76;p11"/>
          <p:cNvSpPr txBox="1">
            <a:spLocks noGrp="1"/>
          </p:cNvSpPr>
          <p:nvPr>
            <p:ph type="subTitle" idx="1"/>
          </p:nvPr>
        </p:nvSpPr>
        <p:spPr>
          <a:xfrm>
            <a:off x="575640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77" name="Google Shape;77;p11"/>
          <p:cNvSpPr txBox="1">
            <a:spLocks noGrp="1"/>
          </p:cNvSpPr>
          <p:nvPr>
            <p:ph type="subTitle" idx="2"/>
          </p:nvPr>
        </p:nvSpPr>
        <p:spPr>
          <a:xfrm>
            <a:off x="575640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78" name="Google Shape;78;p11"/>
          <p:cNvSpPr txBox="1">
            <a:spLocks noGrp="1"/>
          </p:cNvSpPr>
          <p:nvPr>
            <p:ph type="subTitle" idx="3"/>
          </p:nvPr>
        </p:nvSpPr>
        <p:spPr>
          <a:xfrm>
            <a:off x="3355575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ubTitle" idx="4"/>
          </p:nvPr>
        </p:nvSpPr>
        <p:spPr>
          <a:xfrm>
            <a:off x="3355575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subTitle" idx="5"/>
          </p:nvPr>
        </p:nvSpPr>
        <p:spPr>
          <a:xfrm>
            <a:off x="6119761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6"/>
          </p:nvPr>
        </p:nvSpPr>
        <p:spPr>
          <a:xfrm>
            <a:off x="6119761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290CFE3-0E74-E845-9472-E7EDB30853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05447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4203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six columns">
  <p:cSld name="Slide with six columns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2"/>
          <p:cNvSpPr txBox="1">
            <a:spLocks noGrp="1"/>
          </p:cNvSpPr>
          <p:nvPr>
            <p:ph type="title"/>
          </p:nvPr>
        </p:nvSpPr>
        <p:spPr>
          <a:xfrm>
            <a:off x="-510875" y="762500"/>
            <a:ext cx="10165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 sz="18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88" name="Google Shape;88;p12"/>
          <p:cNvSpPr txBox="1">
            <a:spLocks noGrp="1"/>
          </p:cNvSpPr>
          <p:nvPr>
            <p:ph type="subTitle" idx="1"/>
          </p:nvPr>
        </p:nvSpPr>
        <p:spPr>
          <a:xfrm>
            <a:off x="575640" y="1833888"/>
            <a:ext cx="2448600" cy="3362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/>
            </a:lvl9pPr>
          </a:lstStyle>
          <a:p>
            <a:endParaRPr dirty="0"/>
          </a:p>
        </p:txBody>
      </p:sp>
      <p:sp>
        <p:nvSpPr>
          <p:cNvPr id="89" name="Google Shape;89;p12"/>
          <p:cNvSpPr txBox="1">
            <a:spLocks noGrp="1"/>
          </p:cNvSpPr>
          <p:nvPr>
            <p:ph type="subTitle" idx="2"/>
          </p:nvPr>
        </p:nvSpPr>
        <p:spPr>
          <a:xfrm>
            <a:off x="575650" y="2170145"/>
            <a:ext cx="24486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90" name="Google Shape;90;p12"/>
          <p:cNvSpPr txBox="1">
            <a:spLocks noGrp="1"/>
          </p:cNvSpPr>
          <p:nvPr>
            <p:ph type="subTitle" idx="3"/>
          </p:nvPr>
        </p:nvSpPr>
        <p:spPr>
          <a:xfrm>
            <a:off x="3355575" y="1833888"/>
            <a:ext cx="2448600" cy="3362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91" name="Google Shape;91;p12"/>
          <p:cNvSpPr txBox="1">
            <a:spLocks noGrp="1"/>
          </p:cNvSpPr>
          <p:nvPr>
            <p:ph type="subTitle" idx="4"/>
          </p:nvPr>
        </p:nvSpPr>
        <p:spPr>
          <a:xfrm>
            <a:off x="3355577" y="2170145"/>
            <a:ext cx="24486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subTitle" idx="5"/>
          </p:nvPr>
        </p:nvSpPr>
        <p:spPr>
          <a:xfrm>
            <a:off x="6119761" y="1833888"/>
            <a:ext cx="2448600" cy="3362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subTitle" idx="6"/>
          </p:nvPr>
        </p:nvSpPr>
        <p:spPr>
          <a:xfrm>
            <a:off x="6119756" y="2170145"/>
            <a:ext cx="24486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subTitle" idx="7"/>
          </p:nvPr>
        </p:nvSpPr>
        <p:spPr>
          <a:xfrm>
            <a:off x="575640" y="3144463"/>
            <a:ext cx="2448600" cy="3362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subTitle" idx="8"/>
          </p:nvPr>
        </p:nvSpPr>
        <p:spPr>
          <a:xfrm>
            <a:off x="575650" y="3480720"/>
            <a:ext cx="24486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ubTitle" idx="9"/>
          </p:nvPr>
        </p:nvSpPr>
        <p:spPr>
          <a:xfrm>
            <a:off x="3355575" y="3144463"/>
            <a:ext cx="2448600" cy="3362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/>
            </a:lvl9pPr>
          </a:lstStyle>
          <a:p>
            <a:endParaRPr/>
          </a:p>
        </p:txBody>
      </p:sp>
      <p:sp>
        <p:nvSpPr>
          <p:cNvPr id="97" name="Google Shape;97;p12"/>
          <p:cNvSpPr txBox="1">
            <a:spLocks noGrp="1"/>
          </p:cNvSpPr>
          <p:nvPr>
            <p:ph type="subTitle" idx="13"/>
          </p:nvPr>
        </p:nvSpPr>
        <p:spPr>
          <a:xfrm>
            <a:off x="3355577" y="3480720"/>
            <a:ext cx="24486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subTitle" idx="14"/>
          </p:nvPr>
        </p:nvSpPr>
        <p:spPr>
          <a:xfrm>
            <a:off x="6119761" y="3144463"/>
            <a:ext cx="2448600" cy="33625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ubTitle" idx="15"/>
          </p:nvPr>
        </p:nvSpPr>
        <p:spPr>
          <a:xfrm>
            <a:off x="6119756" y="3480720"/>
            <a:ext cx="24486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87836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slide with big number">
  <p:cSld name="Red slide with big number">
    <p:bg>
      <p:bgPr>
        <a:solidFill>
          <a:srgbClr val="FF3A00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title" hasCustomPrompt="1"/>
          </p:nvPr>
        </p:nvSpPr>
        <p:spPr>
          <a:xfrm>
            <a:off x="311700" y="12585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8000" b="1" i="0">
                <a:solidFill>
                  <a:schemeClr val="l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"/>
          </p:nvPr>
        </p:nvSpPr>
        <p:spPr>
          <a:xfrm>
            <a:off x="1881147" y="3077100"/>
            <a:ext cx="53817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3BEA12D-5876-F84C-924F-80A98BCBAC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47E4DFD-AB06-4A41-A801-287E01AEFA3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05447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22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slide with big number" preserve="1">
  <p:cSld name="1_Red slide with big number">
    <p:bg>
      <p:bgPr>
        <a:solidFill>
          <a:schemeClr val="tx1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title" hasCustomPrompt="1"/>
          </p:nvPr>
        </p:nvSpPr>
        <p:spPr>
          <a:xfrm>
            <a:off x="311700" y="12585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8000" b="1" i="0">
                <a:solidFill>
                  <a:schemeClr val="l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"/>
          </p:nvPr>
        </p:nvSpPr>
        <p:spPr>
          <a:xfrm>
            <a:off x="1881147" y="3077100"/>
            <a:ext cx="53817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050" b="0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3BEA12D-5876-F84C-924F-80A98BCBAC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9278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subtitles">
  <p:cSld name="Numbers and subtitles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4"/>
          <p:cNvSpPr txBox="1">
            <a:spLocks noGrp="1"/>
          </p:cNvSpPr>
          <p:nvPr>
            <p:ph type="title" hasCustomPrompt="1"/>
          </p:nvPr>
        </p:nvSpPr>
        <p:spPr>
          <a:xfrm>
            <a:off x="5746545" y="675225"/>
            <a:ext cx="1991218" cy="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4800"/>
              <a:buNone/>
              <a:defRPr sz="3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109" name="Google Shape;109;p14"/>
          <p:cNvSpPr txBox="1">
            <a:spLocks noGrp="1"/>
          </p:cNvSpPr>
          <p:nvPr>
            <p:ph type="subTitle" idx="1"/>
          </p:nvPr>
        </p:nvSpPr>
        <p:spPr>
          <a:xfrm>
            <a:off x="3582925" y="1400175"/>
            <a:ext cx="61641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sp>
        <p:nvSpPr>
          <p:cNvPr id="110" name="Google Shape;110;p14"/>
          <p:cNvSpPr txBox="1">
            <a:spLocks noGrp="1"/>
          </p:cNvSpPr>
          <p:nvPr>
            <p:ph type="title" idx="2" hasCustomPrompt="1"/>
          </p:nvPr>
        </p:nvSpPr>
        <p:spPr>
          <a:xfrm>
            <a:off x="5746545" y="1939575"/>
            <a:ext cx="1991218" cy="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4800"/>
              <a:buNone/>
              <a:defRPr sz="3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1" name="Google Shape;111;p14"/>
          <p:cNvSpPr txBox="1">
            <a:spLocks noGrp="1"/>
          </p:cNvSpPr>
          <p:nvPr>
            <p:ph type="subTitle" idx="3"/>
          </p:nvPr>
        </p:nvSpPr>
        <p:spPr>
          <a:xfrm>
            <a:off x="3582925" y="2664525"/>
            <a:ext cx="61641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12" name="Google Shape;112;p14"/>
          <p:cNvSpPr txBox="1">
            <a:spLocks noGrp="1"/>
          </p:cNvSpPr>
          <p:nvPr>
            <p:ph type="title" idx="4" hasCustomPrompt="1"/>
          </p:nvPr>
        </p:nvSpPr>
        <p:spPr>
          <a:xfrm>
            <a:off x="5746545" y="3203925"/>
            <a:ext cx="1991218" cy="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4800"/>
              <a:buNone/>
              <a:defRPr sz="32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3" name="Google Shape;113;p14"/>
          <p:cNvSpPr txBox="1">
            <a:spLocks noGrp="1"/>
          </p:cNvSpPr>
          <p:nvPr>
            <p:ph type="subTitle" idx="5"/>
          </p:nvPr>
        </p:nvSpPr>
        <p:spPr>
          <a:xfrm>
            <a:off x="3582925" y="3928875"/>
            <a:ext cx="61641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E7AF8BD-AE9C-884D-A6B1-29EB3E5708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01744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ext and title">
  <p:cSld name="Slide with text and title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 txBox="1">
            <a:spLocks noGrp="1"/>
          </p:cNvSpPr>
          <p:nvPr>
            <p:ph type="title"/>
          </p:nvPr>
        </p:nvSpPr>
        <p:spPr>
          <a:xfrm>
            <a:off x="436100" y="711175"/>
            <a:ext cx="8099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F4A1ED8-81B6-2549-93ED-FF3FCE923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47743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ext and title 1">
  <p:cSld name="Slide with text and title 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6"/>
          <p:cNvSpPr txBox="1">
            <a:spLocks noGrp="1"/>
          </p:cNvSpPr>
          <p:nvPr>
            <p:ph type="subTitle" idx="1"/>
          </p:nvPr>
        </p:nvSpPr>
        <p:spPr>
          <a:xfrm>
            <a:off x="798800" y="2248125"/>
            <a:ext cx="31395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124" name="Google Shape;124;p16"/>
          <p:cNvSpPr txBox="1">
            <a:spLocks noGrp="1"/>
          </p:cNvSpPr>
          <p:nvPr>
            <p:ph type="title"/>
          </p:nvPr>
        </p:nvSpPr>
        <p:spPr>
          <a:xfrm>
            <a:off x="798800" y="1583075"/>
            <a:ext cx="342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0478D8D-3705-8D42-8675-EB2EEA1CBF5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9601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itle">
  <p:cSld name="Slide with titl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>
            <a:spLocks noGrp="1"/>
          </p:cNvSpPr>
          <p:nvPr>
            <p:ph type="title"/>
          </p:nvPr>
        </p:nvSpPr>
        <p:spPr>
          <a:xfrm>
            <a:off x="299700" y="911325"/>
            <a:ext cx="8544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93BCDC-2364-5342-8B64-B47CD4C286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48822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title" preserve="1">
  <p:cSld name="1_Slide with titl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7"/>
          <p:cNvSpPr txBox="1">
            <a:spLocks noGrp="1"/>
          </p:cNvSpPr>
          <p:nvPr>
            <p:ph type="title"/>
          </p:nvPr>
        </p:nvSpPr>
        <p:spPr>
          <a:xfrm>
            <a:off x="299700" y="911325"/>
            <a:ext cx="8544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93BCDC-2364-5342-8B64-B47CD4C286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52132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with six columns and gray title" userDrawn="1">
  <p:cSld name="Slide with six columns and gray title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>
            <a:spLocks noGrp="1"/>
          </p:cNvSpPr>
          <p:nvPr>
            <p:ph type="title"/>
          </p:nvPr>
        </p:nvSpPr>
        <p:spPr>
          <a:xfrm>
            <a:off x="208200" y="249225"/>
            <a:ext cx="3560236" cy="8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16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9pPr>
          </a:lstStyle>
          <a:p>
            <a:endParaRPr dirty="0"/>
          </a:p>
        </p:txBody>
      </p:sp>
      <p:sp>
        <p:nvSpPr>
          <p:cNvPr id="131" name="Google Shape;131;p18"/>
          <p:cNvSpPr txBox="1">
            <a:spLocks noGrp="1"/>
          </p:cNvSpPr>
          <p:nvPr>
            <p:ph type="subTitle" idx="1"/>
          </p:nvPr>
        </p:nvSpPr>
        <p:spPr>
          <a:xfrm>
            <a:off x="1015950" y="1895775"/>
            <a:ext cx="1815361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132" name="Google Shape;132;p18"/>
          <p:cNvSpPr txBox="1">
            <a:spLocks noGrp="1"/>
          </p:cNvSpPr>
          <p:nvPr>
            <p:ph type="subTitle" idx="2"/>
          </p:nvPr>
        </p:nvSpPr>
        <p:spPr>
          <a:xfrm>
            <a:off x="1015950" y="2431473"/>
            <a:ext cx="1807800" cy="7827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133" name="Google Shape;133;p18"/>
          <p:cNvSpPr txBox="1">
            <a:spLocks noGrp="1"/>
          </p:cNvSpPr>
          <p:nvPr>
            <p:ph type="subTitle" idx="3"/>
          </p:nvPr>
        </p:nvSpPr>
        <p:spPr>
          <a:xfrm>
            <a:off x="3482250" y="1895775"/>
            <a:ext cx="2066495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subTitle" idx="4"/>
          </p:nvPr>
        </p:nvSpPr>
        <p:spPr>
          <a:xfrm>
            <a:off x="3482250" y="2431473"/>
            <a:ext cx="1807800" cy="7827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135" name="Google Shape;135;p18"/>
          <p:cNvSpPr txBox="1">
            <a:spLocks noGrp="1"/>
          </p:cNvSpPr>
          <p:nvPr>
            <p:ph type="subTitle" idx="5"/>
          </p:nvPr>
        </p:nvSpPr>
        <p:spPr>
          <a:xfrm>
            <a:off x="1015950" y="3289825"/>
            <a:ext cx="1815361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subTitle" idx="6"/>
          </p:nvPr>
        </p:nvSpPr>
        <p:spPr>
          <a:xfrm>
            <a:off x="1015950" y="3825523"/>
            <a:ext cx="1807800" cy="7827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137" name="Google Shape;137;p18"/>
          <p:cNvSpPr txBox="1">
            <a:spLocks noGrp="1"/>
          </p:cNvSpPr>
          <p:nvPr>
            <p:ph type="subTitle" idx="7"/>
          </p:nvPr>
        </p:nvSpPr>
        <p:spPr>
          <a:xfrm>
            <a:off x="3482250" y="3289825"/>
            <a:ext cx="2066495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05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12" name="Google Shape;136;p18">
            <a:extLst>
              <a:ext uri="{FF2B5EF4-FFF2-40B4-BE49-F238E27FC236}">
                <a16:creationId xmlns:a16="http://schemas.microsoft.com/office/drawing/2014/main" id="{4D3BDDD5-ABFA-A448-ABE6-98D40389C6CF}"/>
              </a:ext>
            </a:extLst>
          </p:cNvPr>
          <p:cNvSpPr txBox="1">
            <a:spLocks/>
          </p:cNvSpPr>
          <p:nvPr userDrawn="1"/>
        </p:nvSpPr>
        <p:spPr>
          <a:xfrm>
            <a:off x="3475132" y="3825523"/>
            <a:ext cx="1807800" cy="78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Nunito"/>
              <a:buNone/>
              <a:defRPr sz="1200" b="0" i="0" u="none" strike="noStrike" cap="none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Nuni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Nunito"/>
              <a:buNone/>
              <a:defRPr sz="1200" b="0" i="0" u="none" strike="noStrike" cap="none">
                <a:solidFill>
                  <a:srgbClr val="99999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Nunito"/>
              <a:buNone/>
              <a:defRPr sz="1200" b="0" i="0" u="none" strike="noStrike" cap="none">
                <a:solidFill>
                  <a:srgbClr val="99999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Font typeface="Nunito"/>
              <a:buNone/>
              <a:defRPr sz="1200" b="0" i="0" u="none" strike="noStrike" cap="none">
                <a:solidFill>
                  <a:srgbClr val="99999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"/>
              <a:buNone/>
              <a:defRPr sz="1200" b="0" i="0" u="none" strike="noStrike" cap="none">
                <a:solidFill>
                  <a:srgbClr val="99999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00"/>
              <a:buFont typeface="Nunito"/>
              <a:buNone/>
              <a:defRPr sz="1200" b="0" i="0" u="none" strike="noStrike" cap="none">
                <a:solidFill>
                  <a:srgbClr val="99999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None/>
              <a:defRPr sz="1200" b="0" i="0" u="none" strike="noStrike" cap="none">
                <a:solidFill>
                  <a:srgbClr val="99999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None/>
              <a:defRPr sz="1200" b="0" i="0" u="none" strike="noStrike" cap="none">
                <a:solidFill>
                  <a:srgbClr val="99999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None/>
              <a:defRPr sz="1200" b="0" i="0" u="none" strike="noStrike" cap="none">
                <a:solidFill>
                  <a:srgbClr val="99999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 lang="es-PE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6D65619A-47B6-2148-BD13-9FB1B6E667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2532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d and white slide">
  <p:cSld name="Red and white slide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/>
          <p:nvPr/>
        </p:nvSpPr>
        <p:spPr>
          <a:xfrm>
            <a:off x="0" y="0"/>
            <a:ext cx="2947800" cy="5143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9"/>
          <p:cNvSpPr txBox="1">
            <a:spLocks noGrp="1"/>
          </p:cNvSpPr>
          <p:nvPr>
            <p:ph type="title"/>
          </p:nvPr>
        </p:nvSpPr>
        <p:spPr>
          <a:xfrm>
            <a:off x="269550" y="2285400"/>
            <a:ext cx="24087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9pPr>
          </a:lstStyle>
          <a:p>
            <a:endParaRPr dirty="0"/>
          </a:p>
        </p:txBody>
      </p:sp>
      <p:sp>
        <p:nvSpPr>
          <p:cNvPr id="142" name="Google Shape;142;p19"/>
          <p:cNvSpPr txBox="1">
            <a:spLocks noGrp="1"/>
          </p:cNvSpPr>
          <p:nvPr>
            <p:ph type="title" idx="2"/>
          </p:nvPr>
        </p:nvSpPr>
        <p:spPr>
          <a:xfrm>
            <a:off x="3148075" y="154075"/>
            <a:ext cx="5801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  <a:defRPr sz="1600" b="1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A0A0"/>
              </a:buClr>
              <a:buSzPts val="2400"/>
              <a:buNone/>
              <a:defRPr sz="2400">
                <a:solidFill>
                  <a:srgbClr val="A0A0A0"/>
                </a:solidFill>
              </a:defRPr>
            </a:lvl9pPr>
          </a:lstStyle>
          <a:p>
            <a:endParaRPr dirty="0"/>
          </a:p>
        </p:txBody>
      </p:sp>
      <p:sp>
        <p:nvSpPr>
          <p:cNvPr id="144" name="Google Shape;144;p19"/>
          <p:cNvSpPr txBox="1">
            <a:spLocks noGrp="1"/>
          </p:cNvSpPr>
          <p:nvPr>
            <p:ph type="subTitle" idx="1"/>
          </p:nvPr>
        </p:nvSpPr>
        <p:spPr>
          <a:xfrm>
            <a:off x="3720475" y="1274525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4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145" name="Google Shape;145;p19"/>
          <p:cNvSpPr txBox="1">
            <a:spLocks noGrp="1"/>
          </p:cNvSpPr>
          <p:nvPr>
            <p:ph type="subTitle" idx="3"/>
          </p:nvPr>
        </p:nvSpPr>
        <p:spPr>
          <a:xfrm>
            <a:off x="3720475" y="1957138"/>
            <a:ext cx="1962900" cy="9009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146" name="Google Shape;146;p19"/>
          <p:cNvSpPr txBox="1">
            <a:spLocks noGrp="1"/>
          </p:cNvSpPr>
          <p:nvPr>
            <p:ph type="subTitle" idx="4"/>
          </p:nvPr>
        </p:nvSpPr>
        <p:spPr>
          <a:xfrm>
            <a:off x="3720475" y="2889100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4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/>
            </a:lvl9pPr>
          </a:lstStyle>
          <a:p>
            <a:endParaRPr/>
          </a:p>
        </p:txBody>
      </p:sp>
      <p:sp>
        <p:nvSpPr>
          <p:cNvPr id="147" name="Google Shape;147;p19"/>
          <p:cNvSpPr txBox="1">
            <a:spLocks noGrp="1"/>
          </p:cNvSpPr>
          <p:nvPr>
            <p:ph type="subTitle" idx="5"/>
          </p:nvPr>
        </p:nvSpPr>
        <p:spPr>
          <a:xfrm>
            <a:off x="3720475" y="3571713"/>
            <a:ext cx="1962900" cy="9009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subTitle" idx="6"/>
          </p:nvPr>
        </p:nvSpPr>
        <p:spPr>
          <a:xfrm>
            <a:off x="6820700" y="1266450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4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153" name="Google Shape;153;p19"/>
          <p:cNvSpPr txBox="1">
            <a:spLocks noGrp="1"/>
          </p:cNvSpPr>
          <p:nvPr>
            <p:ph type="subTitle" idx="7"/>
          </p:nvPr>
        </p:nvSpPr>
        <p:spPr>
          <a:xfrm>
            <a:off x="6820700" y="1949063"/>
            <a:ext cx="1962900" cy="9009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8"/>
          </p:nvPr>
        </p:nvSpPr>
        <p:spPr>
          <a:xfrm>
            <a:off x="6820700" y="2889100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14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 b="1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 b="1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 b="1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 b="1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 b="1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 b="1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 b="1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 b="1"/>
            </a:lvl9pPr>
          </a:lstStyle>
          <a:p>
            <a:endParaRPr/>
          </a:p>
        </p:txBody>
      </p:sp>
      <p:sp>
        <p:nvSpPr>
          <p:cNvPr id="155" name="Google Shape;155;p19"/>
          <p:cNvSpPr txBox="1">
            <a:spLocks noGrp="1"/>
          </p:cNvSpPr>
          <p:nvPr>
            <p:ph type="subTitle" idx="9"/>
          </p:nvPr>
        </p:nvSpPr>
        <p:spPr>
          <a:xfrm>
            <a:off x="6820700" y="3571713"/>
            <a:ext cx="1962900" cy="9009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77B92D1E-A502-B040-AF9B-AB5FC8265C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4151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slide with four columns">
  <p:cSld name="Gray slide with four columns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/>
          <p:nvPr/>
        </p:nvSpPr>
        <p:spPr>
          <a:xfrm>
            <a:off x="0" y="-13675"/>
            <a:ext cx="2286000" cy="51618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0"/>
          <p:cNvSpPr/>
          <p:nvPr/>
        </p:nvSpPr>
        <p:spPr>
          <a:xfrm>
            <a:off x="2285991" y="-13675"/>
            <a:ext cx="2286000" cy="5161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4571983" y="-4625"/>
            <a:ext cx="2286000" cy="51618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6857974" y="-4625"/>
            <a:ext cx="2286000" cy="51618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3434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0"/>
          <p:cNvSpPr txBox="1">
            <a:spLocks noGrp="1"/>
          </p:cNvSpPr>
          <p:nvPr>
            <p:ph type="subTitle" idx="1"/>
          </p:nvPr>
        </p:nvSpPr>
        <p:spPr>
          <a:xfrm>
            <a:off x="114000" y="1880525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4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162" name="Google Shape;162;p20"/>
          <p:cNvSpPr txBox="1">
            <a:spLocks noGrp="1"/>
          </p:cNvSpPr>
          <p:nvPr>
            <p:ph type="subTitle" idx="2"/>
          </p:nvPr>
        </p:nvSpPr>
        <p:spPr>
          <a:xfrm>
            <a:off x="114000" y="2987150"/>
            <a:ext cx="19629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0"/>
          <p:cNvSpPr/>
          <p:nvPr/>
        </p:nvSpPr>
        <p:spPr>
          <a:xfrm flipV="1">
            <a:off x="1024568" y="2813640"/>
            <a:ext cx="236864" cy="4572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0"/>
          <p:cNvSpPr/>
          <p:nvPr/>
        </p:nvSpPr>
        <p:spPr>
          <a:xfrm flipV="1">
            <a:off x="3310543" y="2813640"/>
            <a:ext cx="236864" cy="4572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 flipV="1">
            <a:off x="5596518" y="2813640"/>
            <a:ext cx="236864" cy="4572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0"/>
          <p:cNvSpPr/>
          <p:nvPr/>
        </p:nvSpPr>
        <p:spPr>
          <a:xfrm flipV="1">
            <a:off x="7882568" y="2848590"/>
            <a:ext cx="236864" cy="4572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0"/>
          <p:cNvSpPr txBox="1">
            <a:spLocks noGrp="1"/>
          </p:cNvSpPr>
          <p:nvPr>
            <p:ph type="subTitle" idx="3"/>
          </p:nvPr>
        </p:nvSpPr>
        <p:spPr>
          <a:xfrm>
            <a:off x="2399988" y="1880525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4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168" name="Google Shape;168;p20"/>
          <p:cNvSpPr txBox="1">
            <a:spLocks noGrp="1"/>
          </p:cNvSpPr>
          <p:nvPr>
            <p:ph type="subTitle" idx="4"/>
          </p:nvPr>
        </p:nvSpPr>
        <p:spPr>
          <a:xfrm>
            <a:off x="2399988" y="2987150"/>
            <a:ext cx="19629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0"/>
          <p:cNvSpPr txBox="1">
            <a:spLocks noGrp="1"/>
          </p:cNvSpPr>
          <p:nvPr>
            <p:ph type="subTitle" idx="5"/>
          </p:nvPr>
        </p:nvSpPr>
        <p:spPr>
          <a:xfrm>
            <a:off x="4685975" y="1880525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4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0"/>
          <p:cNvSpPr txBox="1">
            <a:spLocks noGrp="1"/>
          </p:cNvSpPr>
          <p:nvPr>
            <p:ph type="subTitle" idx="6"/>
          </p:nvPr>
        </p:nvSpPr>
        <p:spPr>
          <a:xfrm>
            <a:off x="4685975" y="2987150"/>
            <a:ext cx="19629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171" name="Google Shape;171;p20"/>
          <p:cNvSpPr txBox="1">
            <a:spLocks noGrp="1"/>
          </p:cNvSpPr>
          <p:nvPr>
            <p:ph type="subTitle" idx="7"/>
          </p:nvPr>
        </p:nvSpPr>
        <p:spPr>
          <a:xfrm>
            <a:off x="6971950" y="1880525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400" b="1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0"/>
          <p:cNvSpPr txBox="1">
            <a:spLocks noGrp="1"/>
          </p:cNvSpPr>
          <p:nvPr>
            <p:ph type="subTitle" idx="8"/>
          </p:nvPr>
        </p:nvSpPr>
        <p:spPr>
          <a:xfrm>
            <a:off x="6971950" y="2987150"/>
            <a:ext cx="19629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69163509-9164-FB4B-8348-AAB71FC165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77181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 with two columns">
  <p:cSld name="White slide with two columns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 txBox="1">
            <a:spLocks noGrp="1"/>
          </p:cNvSpPr>
          <p:nvPr>
            <p:ph type="title"/>
          </p:nvPr>
        </p:nvSpPr>
        <p:spPr>
          <a:xfrm>
            <a:off x="706200" y="2807225"/>
            <a:ext cx="3629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 sz="18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sp>
        <p:nvSpPr>
          <p:cNvPr id="175" name="Google Shape;175;p21"/>
          <p:cNvSpPr txBox="1">
            <a:spLocks noGrp="1"/>
          </p:cNvSpPr>
          <p:nvPr>
            <p:ph type="title" idx="2"/>
          </p:nvPr>
        </p:nvSpPr>
        <p:spPr>
          <a:xfrm>
            <a:off x="4808275" y="2807225"/>
            <a:ext cx="36294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 sz="18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3F3A"/>
              </a:buClr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subTitle" idx="1"/>
          </p:nvPr>
        </p:nvSpPr>
        <p:spPr>
          <a:xfrm>
            <a:off x="768750" y="3414125"/>
            <a:ext cx="35043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179" name="Google Shape;179;p21"/>
          <p:cNvSpPr txBox="1">
            <a:spLocks noGrp="1"/>
          </p:cNvSpPr>
          <p:nvPr>
            <p:ph type="subTitle" idx="3"/>
          </p:nvPr>
        </p:nvSpPr>
        <p:spPr>
          <a:xfrm>
            <a:off x="4870825" y="3414125"/>
            <a:ext cx="35043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rgbClr val="999999"/>
                </a:solidFill>
              </a:defRPr>
            </a:lvl9pPr>
          </a:lstStyle>
          <a:p>
            <a:endParaRPr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646C77F5-3103-6C4D-B837-A07F78197A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9781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slide with red title">
  <p:cSld name="Text slide with red title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2"/>
          <p:cNvSpPr txBox="1">
            <a:spLocks noGrp="1"/>
          </p:cNvSpPr>
          <p:nvPr>
            <p:ph type="subTitle" idx="1"/>
          </p:nvPr>
        </p:nvSpPr>
        <p:spPr>
          <a:xfrm>
            <a:off x="798800" y="2248125"/>
            <a:ext cx="31395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200" b="0" i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999999"/>
                </a:solidFill>
              </a:defRPr>
            </a:lvl9pPr>
          </a:lstStyle>
          <a:p>
            <a:endParaRPr dirty="0"/>
          </a:p>
        </p:txBody>
      </p:sp>
      <p:sp>
        <p:nvSpPr>
          <p:cNvPr id="185" name="Google Shape;185;p22"/>
          <p:cNvSpPr txBox="1">
            <a:spLocks noGrp="1"/>
          </p:cNvSpPr>
          <p:nvPr>
            <p:ph type="title"/>
          </p:nvPr>
        </p:nvSpPr>
        <p:spPr>
          <a:xfrm>
            <a:off x="798800" y="1583075"/>
            <a:ext cx="342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1" i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CC3F3A"/>
                </a:solidFill>
              </a:defRPr>
            </a:lvl9pPr>
          </a:lstStyle>
          <a:p>
            <a:endParaRPr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93C2DC5-AB4C-2448-96AB-821FAF7B9F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8805448" y="111858"/>
            <a:ext cx="225909" cy="2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17698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9447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09675"/>
            <a:ext cx="8520600" cy="20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Nunito"/>
              <a:buChar char="●"/>
              <a:defRPr sz="16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Nunito"/>
              <a:buChar char="○"/>
              <a:defRPr sz="15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Nunito"/>
              <a:buChar char="■"/>
              <a:defRPr sz="14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Font typeface="Nunito"/>
              <a:buChar char="●"/>
              <a:defRPr sz="13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"/>
              <a:buChar char="○"/>
              <a:defRPr sz="12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00"/>
              <a:buFont typeface="Nunito"/>
              <a:buChar char="■"/>
              <a:defRPr sz="11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Char char="●"/>
              <a:defRPr sz="10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Char char="○"/>
              <a:defRPr sz="10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Char char="■"/>
              <a:defRPr sz="10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81" r:id="rId5"/>
    <p:sldLayoutId id="2147483678" r:id="rId6"/>
    <p:sldLayoutId id="2147483683" r:id="rId7"/>
    <p:sldLayoutId id="2147483657" r:id="rId8"/>
    <p:sldLayoutId id="2147483682" r:id="rId9"/>
    <p:sldLayoutId id="2147483679" r:id="rId10"/>
    <p:sldLayoutId id="2147483680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  <a:defRPr sz="2800" b="0" i="0" u="none" strike="noStrike" cap="none">
                <a:solidFill>
                  <a:srgbClr val="7F8D99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09675"/>
            <a:ext cx="8520600" cy="20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600"/>
              <a:buFont typeface="Nunito"/>
              <a:buChar char="●"/>
              <a:defRPr sz="16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Nunito"/>
              <a:buChar char="○"/>
              <a:defRPr sz="15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Nunito"/>
              <a:buChar char="■"/>
              <a:defRPr sz="14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300"/>
              <a:buFont typeface="Nunito"/>
              <a:buChar char="●"/>
              <a:defRPr sz="13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"/>
              <a:buChar char="○"/>
              <a:defRPr sz="12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100"/>
              <a:buFont typeface="Nunito"/>
              <a:buChar char="■"/>
              <a:defRPr sz="11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3200400" marR="0" lvl="6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Char char="●"/>
              <a:defRPr sz="10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3657600" marR="0" lvl="7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Char char="○"/>
              <a:defRPr sz="10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4114800" marR="0" lvl="8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000"/>
              <a:buFont typeface="Nunito"/>
              <a:buChar char="■"/>
              <a:defRPr sz="1000" b="0" i="0" u="none" strike="noStrike" cap="non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2909569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1" r:id="rId17"/>
    <p:sldLayoutId id="2147483702" r:id="rId18"/>
    <p:sldLayoutId id="2147483703" r:id="rId19"/>
    <p:sldLayoutId id="2147483704" r:id="rId20"/>
    <p:sldLayoutId id="2147483705" r:id="rId21"/>
    <p:sldLayoutId id="2147483706" r:id="rId22"/>
    <p:sldLayoutId id="2147483707" r:id="rId23"/>
    <p:sldLayoutId id="2147483708" r:id="rId24"/>
    <p:sldLayoutId id="2147483709" r:id="rId25"/>
    <p:sldLayoutId id="2147483710" r:id="rId26"/>
    <p:sldLayoutId id="2147483711" r:id="rId27"/>
    <p:sldLayoutId id="2147483712" r:id="rId28"/>
    <p:sldLayoutId id="2147483713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4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92" name="Google Shape;192;p24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●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○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■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●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○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■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●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○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200"/>
              <a:buFont typeface="Proxima Nova"/>
              <a:buChar char="■"/>
              <a:defRPr sz="12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193" name="Google Shape;193;p24"/>
          <p:cNvSpPr txBox="1">
            <a:spLocks noGrp="1"/>
          </p:cNvSpPr>
          <p:nvPr>
            <p:ph type="sldNum" idx="12"/>
          </p:nvPr>
        </p:nvSpPr>
        <p:spPr>
          <a:xfrm>
            <a:off x="85486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1pPr>
            <a:lvl2pPr lvl="1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2pPr>
            <a:lvl3pPr lvl="2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3pPr>
            <a:lvl4pPr lvl="3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4pPr>
            <a:lvl5pPr lvl="4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5pPr>
            <a:lvl6pPr lvl="5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6pPr>
            <a:lvl7pPr lvl="6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7pPr>
            <a:lvl8pPr lvl="7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8pPr>
            <a:lvl9pPr lvl="8" rtl="0">
              <a:buNone/>
              <a:defRPr sz="1200">
                <a:latin typeface="Arvo"/>
                <a:ea typeface="Arvo"/>
                <a:cs typeface="Arvo"/>
                <a:sym typeface="Arvo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8495862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15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C41255-CAD6-384C-86A6-64B6EB8664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900" y="1107921"/>
            <a:ext cx="6694200" cy="1064700"/>
          </a:xfrm>
        </p:spPr>
        <p:txBody>
          <a:bodyPr/>
          <a:lstStyle/>
          <a:p>
            <a:pPr>
              <a:lnSpc>
                <a:spcPct val="90000"/>
              </a:lnSpc>
              <a:buClr>
                <a:schemeClr val="lt1"/>
              </a:buClr>
              <a:buSzPts val="4000"/>
            </a:pPr>
            <a:pPr>
              <a:lnSpc>
                <a:spcPct val="90000"/>
              </a:lnSpc>
              <a:buClr>
                <a:schemeClr val="lt1"/>
              </a:buClr>
              <a:buSzPts val="4000"/>
            </a:pPr>
            <a:r>
              <a:rPr lang="es-MX" sz="2400" dirty="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Comparación de tecnologías frontend</a:t>
            </a:r>
            <a:endParaRPr lang="es-MX" sz="24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5DCAE4C-4F1F-7CC3-089B-DF57866B4998}"/>
              </a:ext>
            </a:extLst>
          </p:cNvPr>
          <p:cNvSpPr txBox="1"/>
          <p:nvPr/>
        </p:nvSpPr>
        <p:spPr>
          <a:xfrm>
            <a:off x="2423160" y="2416345"/>
            <a:ext cx="4297680" cy="777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Clr>
                <a:schemeClr val="bg1"/>
              </a:buClr>
              <a:buFont typeface="Arial" panose="020B0604020202020204" pitchFamily="34" charset="0"/>
              <a:buChar char="•"/>
            </a:pPr>
            <a:pPr marL="171450" indent="-1714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s-PE" sz="1300" dirty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sym typeface="Abril Fatface"/>
              </a:rPr>
              <a:t>InventoryPro</a:t>
            </a:r>
          </a:p>
          <a:p>
            <a:pPr marL="171450" indent="-1714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s-PE" sz="1300" dirty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sym typeface="Abril Fatface"/>
              </a:rPr>
              <a:t>React · Vue · Angular · Svelte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7CA2C41-E883-BE12-A602-0D8B03BC9652}"/>
              </a:ext>
            </a:extLst>
          </p:cNvPr>
          <p:cNvSpPr txBox="1"/>
          <p:nvPr/>
        </p:nvSpPr>
        <p:spPr>
          <a:xfrm>
            <a:off x="2966484" y="3353475"/>
            <a:ext cx="32110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pPr algn="ctr"/>
            <a:r>
              <a:rPr lang="es-PE" sz="1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sym typeface="Abril Fatface"/>
              </a:rPr>
              <a:t>Angello Aroni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A212F64-8899-2666-FE6A-29B66698867A}"/>
              </a:ext>
            </a:extLst>
          </p:cNvPr>
          <p:cNvSpPr txBox="1"/>
          <p:nvPr/>
        </p:nvSpPr>
        <p:spPr>
          <a:xfrm>
            <a:off x="382772" y="4491664"/>
            <a:ext cx="1805302" cy="213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800" dirty="0">
                <a:solidFill>
                  <a:srgbClr val="FF3A00"/>
                </a:solidFill>
              </a:rPr>
              <a:t>PROYECTO COMPARATIVO</a:t>
            </a:r>
            <a:endParaRPr lang="es-PE" sz="788" dirty="0">
              <a:solidFill>
                <a:srgbClr val="FF3A00"/>
              </a:solidFill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C02E56C-A15C-9030-0F1D-2C13C67D1DFC}"/>
              </a:ext>
            </a:extLst>
          </p:cNvPr>
          <p:cNvSpPr txBox="1"/>
          <p:nvPr/>
        </p:nvSpPr>
        <p:spPr>
          <a:xfrm>
            <a:off x="382771" y="4639286"/>
            <a:ext cx="498855" cy="2135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788" dirty="0">
                <a:solidFill>
                  <a:srgbClr val="FF3A00"/>
                </a:solidFill>
              </a:rPr>
              <a:t>2026-2</a:t>
            </a:r>
            <a:endParaRPr lang="es-PE" sz="788" dirty="0">
              <a:solidFill>
                <a:srgbClr val="FF3A00"/>
              </a:solidFill>
            </a:endParaRPr>
          </a:p>
        </p:txBody>
      </p:sp>
      <p:sp>
        <p:nvSpPr>
          <p:cNvPr id="9" name="Google Shape;36;p1">
            <a:extLst>
              <a:ext uri="{FF2B5EF4-FFF2-40B4-BE49-F238E27FC236}">
                <a16:creationId xmlns:a16="http://schemas.microsoft.com/office/drawing/2014/main" id="{3981A549-892E-4BA4-A296-DEE06B93F869}"/>
              </a:ext>
            </a:extLst>
          </p:cNvPr>
          <p:cNvSpPr txBox="1"/>
          <p:nvPr/>
        </p:nvSpPr>
        <p:spPr>
          <a:xfrm>
            <a:off x="5203901" y="225486"/>
            <a:ext cx="3880757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PE" sz="1000" b="0" i="0" u="none" strike="noStrike" cap="none" dirty="0">
                <a:solidFill>
                  <a:schemeClr val="l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/>
                <a:sym typeface="Verdana"/>
              </a:rPr>
              <a:t>FACULTAD DE INGENIERÍA</a:t>
            </a:r>
            <a:endParaRPr sz="1000" b="0" i="0" u="none" strike="noStrike" cap="none" dirty="0">
              <a:solidFill>
                <a:srgbClr val="000000"/>
              </a:solidFill>
              <a:latin typeface="Verdana" panose="020B0604030504040204" pitchFamily="34" charset="0"/>
              <a:ea typeface="Verdana" panose="020B0604030504040204" pitchFamily="34" charset="0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s-PE" sz="1000" b="0" i="0" u="none" strike="noStrike" cap="none" dirty="0">
                <a:solidFill>
                  <a:schemeClr val="lt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/>
                <a:sym typeface="Verdana"/>
              </a:rPr>
              <a:t>CARRERA DE INGENIERÍA DE SISTEMAS</a:t>
            </a:r>
            <a:endParaRPr sz="1000" b="0" i="0" u="none" strike="noStrike" cap="none" dirty="0">
              <a:solidFill>
                <a:schemeClr val="dk1"/>
              </a:solidFill>
              <a:latin typeface="Verdana" panose="020B0604030504040204" pitchFamily="34" charset="0"/>
              <a:ea typeface="Verdana" panose="020B0604030504040204" pitchFamily="34" charset="0"/>
              <a:cs typeface="Verdana"/>
              <a:sym typeface="Verdana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C18D647-E514-855B-BD61-8D327607A6D8}"/>
              </a:ext>
            </a:extLst>
          </p:cNvPr>
          <p:cNvSpPr txBox="1"/>
          <p:nvPr/>
        </p:nvSpPr>
        <p:spPr>
          <a:xfrm>
            <a:off x="512466" y="2539993"/>
            <a:ext cx="17699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pPr algn="ctr"/>
            <a:r>
              <a:rPr lang="es-PE" sz="1000" dirty="0">
                <a:solidFill>
                  <a:srgbClr val="FF3A00"/>
                </a:solidFill>
                <a:latin typeface="Verdana" panose="020B0604030504040204" pitchFamily="34" charset="0"/>
                <a:ea typeface="Verdana" panose="020B0604030504040204" pitchFamily="34" charset="0"/>
                <a:sym typeface="Abril Fatface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7BC3BD6-E926-24A1-124B-5BB4D62AECF4}"/>
              </a:ext>
            </a:extLst>
          </p:cNvPr>
          <p:cNvSpPr txBox="1"/>
          <p:nvPr/>
        </p:nvSpPr>
        <p:spPr>
          <a:xfrm>
            <a:off x="2966484" y="1841907"/>
            <a:ext cx="321103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pPr algn="ctr"/>
            <a:r>
              <a:rPr lang="es-PE" sz="11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sym typeface="Abril Fatface"/>
              </a:rPr>
              <a:t>Una aplicación, cuatro implementaciones</a:t>
            </a:r>
          </a:p>
        </p:txBody>
      </p:sp>
    </p:spTree>
    <p:extLst>
      <p:ext uri="{BB962C8B-B14F-4D97-AF65-F5344CB8AC3E}">
        <p14:creationId xmlns:p14="http://schemas.microsoft.com/office/powerpoint/2010/main" val="2681695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653BB3-FA37-7248-91E0-D605FA077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" sz="2300" dirty="0"/>
              <a:t>El caso de estudio: InventoryPro</a:t>
            </a:r>
            <a:endParaRPr lang="es-PE" sz="1800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F03B421-95A4-4D4A-8222-B5DB7F8CF5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ext cx="8138160" cy="2651760"/>
          </a:xfrm>
        </p:spPr>
        <p:txBody>
          <a:bodyPr/>
          <a:lstStyle/>
          <a:p>
            <a:pPr marL="0" lvl="0" indent="0">
              <a:buClr>
                <a:schemeClr val="dk1"/>
              </a:buClr>
              <a:buSzPts val="1100"/>
              <a:buNone/>
            </a:pPr>
            <a:pPr marL="0" lvl="0" indent="0">
              <a:buClr>
                <a:schemeClr val="dk1"/>
              </a:buClr>
              <a:buSzPts val="1100"/>
              <a:buNone/>
            </a:pPr>
            <a:r>
              <a:rPr lang="es-PE" dirty="0" sz="1600"/>
              <a:t>Mismas funciones en las cuatro versiones: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es-PE" dirty="0" sz="1600"/>
              <a:t/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es-PE" dirty="0" sz="1600"/>
              <a:t>• Dashboard y métricas del inventario.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es-PE" dirty="0" sz="1600"/>
              <a:t>• Búsqueda, filtros, orden y paginación.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es-PE" dirty="0" sz="1600"/>
              <a:t>• Crear, editar y eliminar productos.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es-PE" dirty="0" sz="1600"/>
              <a:t>• Insertar 1.000, 2.000 o 5.000 registros.</a:t>
            </a:r>
          </a:p>
          <a:p>
            <a:pPr marL="0" lvl="0" indent="0">
              <a:buClr>
                <a:schemeClr val="dk1"/>
              </a:buClr>
              <a:buSzPts val="1100"/>
              <a:buNone/>
            </a:pPr>
            <a:r>
              <a:rPr lang="es-PE" dirty="0" sz="1600"/>
              <a:t>• Limpiar para repetir el montaje desde cero.</a:t>
            </a:r>
          </a:p>
        </p:txBody>
      </p:sp>
    </p:spTree>
    <p:extLst>
      <p:ext uri="{BB962C8B-B14F-4D97-AF65-F5344CB8AC3E}">
        <p14:creationId xmlns:p14="http://schemas.microsoft.com/office/powerpoint/2010/main" val="4139145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5"/>
          <p:cNvSpPr txBox="1">
            <a:spLocks noGrp="1"/>
          </p:cNvSpPr>
          <p:nvPr>
            <p:ph type="title"/>
          </p:nvPr>
        </p:nvSpPr>
        <p:spPr>
          <a:xfrm>
            <a:off x="311700" y="1054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 sz="2200" dirty="0"/>
              <a:t>Una comparación bajo las mismas condiciones</a:t>
            </a:r>
            <a:endParaRPr sz="1800" dirty="0"/>
          </a:p>
        </p:txBody>
      </p:sp>
      <p:sp>
        <p:nvSpPr>
          <p:cNvPr id="266" name="Google Shape;266;p35"/>
          <p:cNvSpPr txBox="1">
            <a:spLocks noGrp="1"/>
          </p:cNvSpPr>
          <p:nvPr>
            <p:ph type="subTitle" idx="1"/>
          </p:nvPr>
        </p:nvSpPr>
        <p:spPr>
          <a:xfrm>
            <a:off x="673179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 dirty="0" sz="1700"/>
              <a:t>MISMO ESCENARIO</a:t>
            </a:r>
            <a:endParaRPr b="1" dirty="0"/>
          </a:p>
        </p:txBody>
      </p:sp>
      <p:sp>
        <p:nvSpPr>
          <p:cNvPr id="267" name="Google Shape;267;p35"/>
          <p:cNvSpPr txBox="1">
            <a:spLocks noGrp="1"/>
          </p:cNvSpPr>
          <p:nvPr>
            <p:ph type="subTitle" idx="2"/>
          </p:nvPr>
        </p:nvSpPr>
        <p:spPr>
          <a:xfrm>
            <a:off x="673179" y="2743514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z="1500"/>
              <a:t>Datos con semilla fija.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z="1500"/>
              <a:t>Funciones y reglas equivalentes.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z="1500"/>
              <a:t>Misma laptop y navegador.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z="1500"/>
              <a:t>Builds de producción.</a:t>
            </a:r>
          </a:p>
        </p:txBody>
      </p:sp>
      <p:sp>
        <p:nvSpPr>
          <p:cNvPr id="268" name="Google Shape;268;p35"/>
          <p:cNvSpPr txBox="1">
            <a:spLocks noGrp="1"/>
          </p:cNvSpPr>
          <p:nvPr>
            <p:ph type="subTitle" idx="3"/>
          </p:nvPr>
        </p:nvSpPr>
        <p:spPr>
          <a:xfrm>
            <a:off x="4785325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 dirty="0" sz="1700"/>
              <a:t>PRUEBAS REPETIBLES</a:t>
            </a:r>
            <a:endParaRPr b="1" dirty="0"/>
          </a:p>
        </p:txBody>
      </p:sp>
      <p:sp>
        <p:nvSpPr>
          <p:cNvPr id="269" name="Google Shape;269;p35"/>
          <p:cNvSpPr txBox="1">
            <a:spLocks noGrp="1"/>
          </p:cNvSpPr>
          <p:nvPr>
            <p:ph type="subTitle" idx="4"/>
          </p:nvPr>
        </p:nvSpPr>
        <p:spPr>
          <a:xfrm>
            <a:off x="4785325" y="2743514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 sz="1500"/>
              <a:t>Limpiar → insertar.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 sz="1500"/>
              <a:t>Al menos 5 repeticiones por caso.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 sz="1500"/>
              <a:t>Comparar la mediana.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 sz="1500"/>
              <a:t>Todas las filas y paginación.</a:t>
            </a:r>
          </a:p>
        </p:txBody>
      </p:sp>
      <p:sp>
        <p:nvSpPr>
          <p:cNvPr id="7" name="Google Shape;216;p28">
            <a:extLst>
              <a:ext uri="{FF2B5EF4-FFF2-40B4-BE49-F238E27FC236}">
                <a16:creationId xmlns:a16="http://schemas.microsoft.com/office/drawing/2014/main" id="{BA82819F-3CAF-8146-BE34-59576FF57141}"/>
              </a:ext>
            </a:extLst>
          </p:cNvPr>
          <p:cNvSpPr/>
          <p:nvPr/>
        </p:nvSpPr>
        <p:spPr>
          <a:xfrm>
            <a:off x="768265" y="3946801"/>
            <a:ext cx="166200" cy="37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16;p28">
            <a:extLst>
              <a:ext uri="{FF2B5EF4-FFF2-40B4-BE49-F238E27FC236}">
                <a16:creationId xmlns:a16="http://schemas.microsoft.com/office/drawing/2014/main" id="{714949EA-10F6-B843-8DF3-B7428A4C1211}"/>
              </a:ext>
            </a:extLst>
          </p:cNvPr>
          <p:cNvSpPr/>
          <p:nvPr/>
        </p:nvSpPr>
        <p:spPr>
          <a:xfrm>
            <a:off x="4880153" y="3946801"/>
            <a:ext cx="166200" cy="37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6"/>
          <p:cNvSpPr txBox="1">
            <a:spLocks noGrp="1"/>
          </p:cNvSpPr>
          <p:nvPr>
            <p:ph type="subTitle" idx="1"/>
          </p:nvPr>
        </p:nvSpPr>
        <p:spPr>
          <a:xfrm>
            <a:off x="575640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 dirty="0" sz="1600"/>
              <a:t>ENTRADA</a:t>
            </a:r>
            <a:endParaRPr sz="1050" b="1" dirty="0"/>
          </a:p>
        </p:txBody>
      </p:sp>
      <p:sp>
        <p:nvSpPr>
          <p:cNvPr id="275" name="Google Shape;275;p36"/>
          <p:cNvSpPr txBox="1">
            <a:spLocks noGrp="1"/>
          </p:cNvSpPr>
          <p:nvPr>
            <p:ph type="subTitle" idx="2"/>
          </p:nvPr>
        </p:nvSpPr>
        <p:spPr>
          <a:xfrm>
            <a:off x="575640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z="1500"/>
              <a:t>Espera antes de ejecutar el manejador del evento.</a:t>
            </a:r>
            <a:endParaRPr dirty="0"/>
          </a:p>
        </p:txBody>
      </p:sp>
      <p:sp>
        <p:nvSpPr>
          <p:cNvPr id="276" name="Google Shape;276;p36"/>
          <p:cNvSpPr txBox="1">
            <a:spLocks noGrp="1"/>
          </p:cNvSpPr>
          <p:nvPr>
            <p:ph type="subTitle" idx="3"/>
          </p:nvPr>
        </p:nvSpPr>
        <p:spPr>
          <a:xfrm>
            <a:off x="3355575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 sz="1600"/>
              <a:t>PROCESAMIENTO</a:t>
            </a:r>
            <a:endParaRPr sz="1050" b="1"/>
          </a:p>
        </p:txBody>
      </p:sp>
      <p:sp>
        <p:nvSpPr>
          <p:cNvPr id="277" name="Google Shape;277;p36"/>
          <p:cNvSpPr txBox="1">
            <a:spLocks noGrp="1"/>
          </p:cNvSpPr>
          <p:nvPr>
            <p:ph type="subTitle" idx="4"/>
          </p:nvPr>
        </p:nvSpPr>
        <p:spPr>
          <a:xfrm>
            <a:off x="3355575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/>
              <a:t>JavaScript y actualización del estado de la aplicación.</a:t>
            </a:r>
            <a:endParaRPr/>
          </a:p>
        </p:txBody>
      </p:sp>
      <p:sp>
        <p:nvSpPr>
          <p:cNvPr id="278" name="Google Shape;278;p36"/>
          <p:cNvSpPr txBox="1">
            <a:spLocks noGrp="1"/>
          </p:cNvSpPr>
          <p:nvPr>
            <p:ph type="subTitle" idx="5"/>
          </p:nvPr>
        </p:nvSpPr>
        <p:spPr>
          <a:xfrm>
            <a:off x="6119761" y="2167675"/>
            <a:ext cx="24486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 sz="1600"/>
              <a:t>PRESENTACIÓN</a:t>
            </a:r>
            <a:endParaRPr sz="1050" b="1"/>
          </a:p>
        </p:txBody>
      </p:sp>
      <p:sp>
        <p:nvSpPr>
          <p:cNvPr id="279" name="Google Shape;279;p36"/>
          <p:cNvSpPr txBox="1">
            <a:spLocks noGrp="1"/>
          </p:cNvSpPr>
          <p:nvPr>
            <p:ph type="subTitle" idx="6"/>
          </p:nvPr>
        </p:nvSpPr>
        <p:spPr>
          <a:xfrm>
            <a:off x="6119761" y="2503926"/>
            <a:ext cx="24486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/>
              <a:t>Trabajo restante hasta el siguiente pintado del navegador.</a:t>
            </a:r>
            <a:endParaRPr/>
          </a:p>
        </p:txBody>
      </p:sp>
      <p:sp>
        <p:nvSpPr>
          <p:cNvPr id="280" name="Google Shape;280;p36"/>
          <p:cNvSpPr txBox="1">
            <a:spLocks noGrp="1"/>
          </p:cNvSpPr>
          <p:nvPr>
            <p:ph type="title"/>
          </p:nvPr>
        </p:nvSpPr>
        <p:spPr>
          <a:xfrm>
            <a:off x="311700" y="12103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 dirty="0" sz="2200">
                <a:solidFill>
                  <a:schemeClr val="tx1"/>
                </a:solidFill>
              </a:rPr>
              <a:t>F12 → Performance: respuesta de la interfaz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81" name="TextBox 280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latin typeface="Verdana"/>
              </a:defRPr>
            </a:pPr>
            <a:r>
              <a:t>INP resume la sesión. Para cada prueba, selecciona su clic en la pista «Interactions».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9"/>
          <p:cNvSpPr txBox="1">
            <a:spLocks noGrp="1"/>
          </p:cNvSpPr>
          <p:nvPr>
            <p:ph type="title"/>
          </p:nvPr>
        </p:nvSpPr>
        <p:spPr>
          <a:xfrm>
            <a:off x="311700" y="12585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ts val="8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pPr marL="0" lvl="0" indent="0" algn="ctr" rtl="0">
              <a:lnSpc>
                <a:spcPts val="8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s" sz="4800" dirty="0"/>
              <a:t>Demostración</a:t>
            </a:r>
            <a:endParaRPr sz="8000" dirty="0"/>
          </a:p>
          <a:p>
            <a:pPr marL="0" lvl="0" indent="0" algn="ctr" rtl="0">
              <a:lnSpc>
                <a:spcPts val="8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rPr lang="es" sz="4800" dirty="0"/>
              <a:t>en vivo</a:t>
            </a:r>
          </a:p>
        </p:txBody>
      </p:sp>
      <p:sp>
        <p:nvSpPr>
          <p:cNvPr id="308" name="Google Shape;308;p39"/>
          <p:cNvSpPr txBox="1">
            <a:spLocks noGrp="1"/>
          </p:cNvSpPr>
          <p:nvPr>
            <p:ph type="subTitle" idx="1"/>
          </p:nvPr>
        </p:nvSpPr>
        <p:spPr>
          <a:xfrm>
            <a:off x="1346426" y="3453618"/>
            <a:ext cx="6451200" cy="7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Clr>
                <a:schemeClr val="dk1"/>
              </a:buClr>
            </a:pPr>
            <a:pPr marL="0" lvl="0" indent="0">
              <a:buClr>
                <a:schemeClr val="dk1"/>
              </a:buClr>
            </a:pPr>
            <a:r>
              <a:rPr lang="es-PE" dirty="0" sz="1600"/>
              <a:t>Todas las filas → Limpiar → Grabar en F12 → Insertar 5.000</a:t>
            </a:r>
          </a:p>
          <a:p>
            <a:pPr marL="0" lvl="0" indent="0">
              <a:buClr>
                <a:schemeClr val="dk1"/>
              </a:buClr>
            </a:pPr>
            <a:r>
              <a:rPr lang="es-PE" dirty="0" sz="1600"/>
              <a:t>Repetir en React, Vue, Angular y Svelte.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8" name="Google Shape;768;p48"/>
          <p:cNvGrpSpPr/>
          <p:nvPr/>
        </p:nvGrpSpPr>
        <p:grpSpPr>
          <a:xfrm>
            <a:off x="3224471" y="1322132"/>
            <a:ext cx="471360" cy="465040"/>
            <a:chOff x="-33645475" y="3228075"/>
            <a:chExt cx="294600" cy="290650"/>
          </a:xfrm>
        </p:grpSpPr>
        <p:sp>
          <p:nvSpPr>
            <p:cNvPr id="769" name="Google Shape;769;p48"/>
            <p:cNvSpPr/>
            <p:nvPr/>
          </p:nvSpPr>
          <p:spPr>
            <a:xfrm>
              <a:off x="-33456450" y="3261925"/>
              <a:ext cx="84300" cy="85100"/>
            </a:xfrm>
            <a:custGeom>
              <a:avLst/>
              <a:gdLst/>
              <a:ahLst/>
              <a:cxnLst/>
              <a:rect l="l" t="t" r="r" b="b"/>
              <a:pathLst>
                <a:path w="3372" h="340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09" y="694"/>
                  </a:lnTo>
                  <a:cubicBezTo>
                    <a:pt x="1576" y="694"/>
                    <a:pt x="2049" y="1166"/>
                    <a:pt x="2049" y="1733"/>
                  </a:cubicBezTo>
                  <a:lnTo>
                    <a:pt x="2049" y="2269"/>
                  </a:lnTo>
                  <a:lnTo>
                    <a:pt x="1923" y="2175"/>
                  </a:lnTo>
                  <a:cubicBezTo>
                    <a:pt x="1860" y="2112"/>
                    <a:pt x="1773" y="2080"/>
                    <a:pt x="1686" y="2080"/>
                  </a:cubicBezTo>
                  <a:cubicBezTo>
                    <a:pt x="1600" y="2080"/>
                    <a:pt x="1513" y="2112"/>
                    <a:pt x="1450" y="2175"/>
                  </a:cubicBezTo>
                  <a:cubicBezTo>
                    <a:pt x="1324" y="2269"/>
                    <a:pt x="1324" y="2521"/>
                    <a:pt x="1450" y="2647"/>
                  </a:cubicBezTo>
                  <a:lnTo>
                    <a:pt x="2112" y="3309"/>
                  </a:lnTo>
                  <a:cubicBezTo>
                    <a:pt x="2175" y="3372"/>
                    <a:pt x="2269" y="3403"/>
                    <a:pt x="2360" y="3403"/>
                  </a:cubicBezTo>
                  <a:cubicBezTo>
                    <a:pt x="2450" y="3403"/>
                    <a:pt x="2537" y="3372"/>
                    <a:pt x="2584" y="3309"/>
                  </a:cubicBezTo>
                  <a:lnTo>
                    <a:pt x="3277" y="2647"/>
                  </a:lnTo>
                  <a:cubicBezTo>
                    <a:pt x="3372" y="2521"/>
                    <a:pt x="3372" y="2269"/>
                    <a:pt x="3277" y="2175"/>
                  </a:cubicBezTo>
                  <a:cubicBezTo>
                    <a:pt x="3214" y="2112"/>
                    <a:pt x="3120" y="2080"/>
                    <a:pt x="3029" y="2080"/>
                  </a:cubicBezTo>
                  <a:cubicBezTo>
                    <a:pt x="2939" y="2080"/>
                    <a:pt x="2852" y="2112"/>
                    <a:pt x="2805" y="2175"/>
                  </a:cubicBezTo>
                  <a:lnTo>
                    <a:pt x="2679" y="2269"/>
                  </a:lnTo>
                  <a:lnTo>
                    <a:pt x="2679" y="1733"/>
                  </a:lnTo>
                  <a:cubicBezTo>
                    <a:pt x="2742" y="788"/>
                    <a:pt x="1954" y="1"/>
                    <a:pt x="1009" y="1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48"/>
            <p:cNvSpPr/>
            <p:nvPr/>
          </p:nvSpPr>
          <p:spPr>
            <a:xfrm>
              <a:off x="-33575375" y="3433625"/>
              <a:ext cx="85075" cy="85100"/>
            </a:xfrm>
            <a:custGeom>
              <a:avLst/>
              <a:gdLst/>
              <a:ahLst/>
              <a:cxnLst/>
              <a:rect l="l" t="t" r="r" b="b"/>
              <a:pathLst>
                <a:path w="3403" h="3404" extrusionOk="0">
                  <a:moveTo>
                    <a:pt x="1013" y="1"/>
                  </a:moveTo>
                  <a:cubicBezTo>
                    <a:pt x="922" y="1"/>
                    <a:pt x="835" y="32"/>
                    <a:pt x="788" y="95"/>
                  </a:cubicBezTo>
                  <a:lnTo>
                    <a:pt x="127" y="757"/>
                  </a:lnTo>
                  <a:cubicBezTo>
                    <a:pt x="1" y="883"/>
                    <a:pt x="1" y="1135"/>
                    <a:pt x="127" y="1229"/>
                  </a:cubicBezTo>
                  <a:cubicBezTo>
                    <a:pt x="174" y="1292"/>
                    <a:pt x="260" y="1324"/>
                    <a:pt x="351" y="1324"/>
                  </a:cubicBezTo>
                  <a:cubicBezTo>
                    <a:pt x="442" y="1324"/>
                    <a:pt x="536" y="1292"/>
                    <a:pt x="599" y="1229"/>
                  </a:cubicBezTo>
                  <a:lnTo>
                    <a:pt x="694" y="1135"/>
                  </a:lnTo>
                  <a:lnTo>
                    <a:pt x="694" y="1671"/>
                  </a:lnTo>
                  <a:cubicBezTo>
                    <a:pt x="694" y="2616"/>
                    <a:pt x="1450" y="3372"/>
                    <a:pt x="2395" y="3372"/>
                  </a:cubicBezTo>
                  <a:lnTo>
                    <a:pt x="3057" y="3372"/>
                  </a:lnTo>
                  <a:lnTo>
                    <a:pt x="3057" y="3403"/>
                  </a:lnTo>
                  <a:cubicBezTo>
                    <a:pt x="3246" y="3403"/>
                    <a:pt x="3403" y="3246"/>
                    <a:pt x="3403" y="3057"/>
                  </a:cubicBezTo>
                  <a:cubicBezTo>
                    <a:pt x="3403" y="2868"/>
                    <a:pt x="3246" y="2710"/>
                    <a:pt x="3057" y="2710"/>
                  </a:cubicBezTo>
                  <a:lnTo>
                    <a:pt x="2363" y="2710"/>
                  </a:lnTo>
                  <a:cubicBezTo>
                    <a:pt x="1796" y="2710"/>
                    <a:pt x="1324" y="2238"/>
                    <a:pt x="1324" y="1671"/>
                  </a:cubicBezTo>
                  <a:lnTo>
                    <a:pt x="1324" y="1135"/>
                  </a:lnTo>
                  <a:lnTo>
                    <a:pt x="1450" y="1229"/>
                  </a:lnTo>
                  <a:cubicBezTo>
                    <a:pt x="1513" y="1292"/>
                    <a:pt x="1599" y="1324"/>
                    <a:pt x="1686" y="1324"/>
                  </a:cubicBezTo>
                  <a:cubicBezTo>
                    <a:pt x="1773" y="1324"/>
                    <a:pt x="1859" y="1292"/>
                    <a:pt x="1922" y="1229"/>
                  </a:cubicBezTo>
                  <a:cubicBezTo>
                    <a:pt x="2048" y="1135"/>
                    <a:pt x="2048" y="883"/>
                    <a:pt x="1922" y="757"/>
                  </a:cubicBezTo>
                  <a:lnTo>
                    <a:pt x="1261" y="95"/>
                  </a:lnTo>
                  <a:cubicBezTo>
                    <a:pt x="1198" y="32"/>
                    <a:pt x="1103" y="1"/>
                    <a:pt x="1013" y="1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48"/>
            <p:cNvSpPr/>
            <p:nvPr/>
          </p:nvSpPr>
          <p:spPr>
            <a:xfrm>
              <a:off x="-33645475" y="3228075"/>
              <a:ext cx="206375" cy="153600"/>
            </a:xfrm>
            <a:custGeom>
              <a:avLst/>
              <a:gdLst/>
              <a:ahLst/>
              <a:cxnLst/>
              <a:rect l="l" t="t" r="r" b="b"/>
              <a:pathLst>
                <a:path w="8255" h="6144" extrusionOk="0">
                  <a:moveTo>
                    <a:pt x="4191" y="0"/>
                  </a:moveTo>
                  <a:cubicBezTo>
                    <a:pt x="2300" y="0"/>
                    <a:pt x="757" y="1544"/>
                    <a:pt x="757" y="3434"/>
                  </a:cubicBezTo>
                  <a:lnTo>
                    <a:pt x="757" y="3529"/>
                  </a:lnTo>
                  <a:cubicBezTo>
                    <a:pt x="347" y="3686"/>
                    <a:pt x="95" y="4033"/>
                    <a:pt x="95" y="4474"/>
                  </a:cubicBezTo>
                  <a:lnTo>
                    <a:pt x="95" y="5135"/>
                  </a:lnTo>
                  <a:cubicBezTo>
                    <a:pt x="1" y="5671"/>
                    <a:pt x="473" y="6143"/>
                    <a:pt x="1009" y="6143"/>
                  </a:cubicBezTo>
                  <a:cubicBezTo>
                    <a:pt x="1135" y="6143"/>
                    <a:pt x="1261" y="6112"/>
                    <a:pt x="1387" y="6080"/>
                  </a:cubicBezTo>
                  <a:lnTo>
                    <a:pt x="1387" y="3403"/>
                  </a:lnTo>
                  <a:cubicBezTo>
                    <a:pt x="1387" y="1890"/>
                    <a:pt x="2647" y="630"/>
                    <a:pt x="4128" y="630"/>
                  </a:cubicBezTo>
                  <a:cubicBezTo>
                    <a:pt x="5640" y="630"/>
                    <a:pt x="6900" y="1890"/>
                    <a:pt x="6900" y="3403"/>
                  </a:cubicBezTo>
                  <a:lnTo>
                    <a:pt x="6900" y="6080"/>
                  </a:lnTo>
                  <a:cubicBezTo>
                    <a:pt x="6995" y="6112"/>
                    <a:pt x="7121" y="6143"/>
                    <a:pt x="7247" y="6143"/>
                  </a:cubicBezTo>
                  <a:cubicBezTo>
                    <a:pt x="7782" y="6143"/>
                    <a:pt x="8255" y="5671"/>
                    <a:pt x="8255" y="5135"/>
                  </a:cubicBezTo>
                  <a:lnTo>
                    <a:pt x="8255" y="4474"/>
                  </a:lnTo>
                  <a:cubicBezTo>
                    <a:pt x="8255" y="4033"/>
                    <a:pt x="8003" y="3623"/>
                    <a:pt x="7593" y="3529"/>
                  </a:cubicBezTo>
                  <a:lnTo>
                    <a:pt x="7593" y="3434"/>
                  </a:lnTo>
                  <a:cubicBezTo>
                    <a:pt x="7593" y="1544"/>
                    <a:pt x="6050" y="0"/>
                    <a:pt x="4191" y="0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48"/>
            <p:cNvSpPr/>
            <p:nvPr/>
          </p:nvSpPr>
          <p:spPr>
            <a:xfrm>
              <a:off x="-33593500" y="3279250"/>
              <a:ext cx="104775" cy="52275"/>
            </a:xfrm>
            <a:custGeom>
              <a:avLst/>
              <a:gdLst/>
              <a:ahLst/>
              <a:cxnLst/>
              <a:rect l="l" t="t" r="r" b="b"/>
              <a:pathLst>
                <a:path w="4191" h="2091" extrusionOk="0">
                  <a:moveTo>
                    <a:pt x="1734" y="1"/>
                  </a:moveTo>
                  <a:cubicBezTo>
                    <a:pt x="789" y="1"/>
                    <a:pt x="1" y="757"/>
                    <a:pt x="1" y="1702"/>
                  </a:cubicBezTo>
                  <a:lnTo>
                    <a:pt x="1" y="2049"/>
                  </a:lnTo>
                  <a:lnTo>
                    <a:pt x="1230" y="2049"/>
                  </a:lnTo>
                  <a:cubicBezTo>
                    <a:pt x="1545" y="2049"/>
                    <a:pt x="1891" y="2049"/>
                    <a:pt x="2017" y="1986"/>
                  </a:cubicBezTo>
                  <a:cubicBezTo>
                    <a:pt x="2049" y="1954"/>
                    <a:pt x="2080" y="1828"/>
                    <a:pt x="2080" y="1734"/>
                  </a:cubicBezTo>
                  <a:cubicBezTo>
                    <a:pt x="2080" y="1545"/>
                    <a:pt x="2238" y="1387"/>
                    <a:pt x="2458" y="1387"/>
                  </a:cubicBezTo>
                  <a:cubicBezTo>
                    <a:pt x="2647" y="1387"/>
                    <a:pt x="2805" y="1545"/>
                    <a:pt x="2805" y="1734"/>
                  </a:cubicBezTo>
                  <a:cubicBezTo>
                    <a:pt x="2805" y="1828"/>
                    <a:pt x="2805" y="1954"/>
                    <a:pt x="2868" y="1986"/>
                  </a:cubicBezTo>
                  <a:cubicBezTo>
                    <a:pt x="2942" y="2059"/>
                    <a:pt x="3091" y="2090"/>
                    <a:pt x="3266" y="2090"/>
                  </a:cubicBezTo>
                  <a:cubicBezTo>
                    <a:pt x="3389" y="2090"/>
                    <a:pt x="3525" y="2075"/>
                    <a:pt x="3656" y="2049"/>
                  </a:cubicBezTo>
                  <a:lnTo>
                    <a:pt x="4191" y="2049"/>
                  </a:lnTo>
                  <a:lnTo>
                    <a:pt x="4191" y="1702"/>
                  </a:lnTo>
                  <a:lnTo>
                    <a:pt x="4128" y="1702"/>
                  </a:lnTo>
                  <a:cubicBezTo>
                    <a:pt x="4128" y="757"/>
                    <a:pt x="3340" y="1"/>
                    <a:pt x="2395" y="1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48"/>
            <p:cNvSpPr/>
            <p:nvPr/>
          </p:nvSpPr>
          <p:spPr>
            <a:xfrm>
              <a:off x="-33593500" y="3341475"/>
              <a:ext cx="104775" cy="74075"/>
            </a:xfrm>
            <a:custGeom>
              <a:avLst/>
              <a:gdLst/>
              <a:ahLst/>
              <a:cxnLst/>
              <a:rect l="l" t="t" r="r" b="b"/>
              <a:pathLst>
                <a:path w="4191" h="2963" extrusionOk="0">
                  <a:moveTo>
                    <a:pt x="2395" y="1"/>
                  </a:moveTo>
                  <a:cubicBezTo>
                    <a:pt x="2080" y="253"/>
                    <a:pt x="1671" y="253"/>
                    <a:pt x="1230" y="253"/>
                  </a:cubicBezTo>
                  <a:lnTo>
                    <a:pt x="1" y="253"/>
                  </a:lnTo>
                  <a:lnTo>
                    <a:pt x="1" y="914"/>
                  </a:lnTo>
                  <a:cubicBezTo>
                    <a:pt x="1" y="2049"/>
                    <a:pt x="946" y="2962"/>
                    <a:pt x="2112" y="2962"/>
                  </a:cubicBezTo>
                  <a:cubicBezTo>
                    <a:pt x="3246" y="2962"/>
                    <a:pt x="4191" y="2049"/>
                    <a:pt x="4191" y="914"/>
                  </a:cubicBezTo>
                  <a:lnTo>
                    <a:pt x="4191" y="253"/>
                  </a:lnTo>
                  <a:lnTo>
                    <a:pt x="3466" y="253"/>
                  </a:lnTo>
                  <a:cubicBezTo>
                    <a:pt x="3088" y="253"/>
                    <a:pt x="2679" y="190"/>
                    <a:pt x="2395" y="1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48"/>
            <p:cNvSpPr/>
            <p:nvPr/>
          </p:nvSpPr>
          <p:spPr>
            <a:xfrm>
              <a:off x="-33455650" y="3381650"/>
              <a:ext cx="104775" cy="52250"/>
            </a:xfrm>
            <a:custGeom>
              <a:avLst/>
              <a:gdLst/>
              <a:ahLst/>
              <a:cxnLst/>
              <a:rect l="l" t="t" r="r" b="b"/>
              <a:pathLst>
                <a:path w="4191" h="2090" extrusionOk="0">
                  <a:moveTo>
                    <a:pt x="1702" y="0"/>
                  </a:moveTo>
                  <a:cubicBezTo>
                    <a:pt x="756" y="0"/>
                    <a:pt x="0" y="757"/>
                    <a:pt x="0" y="1702"/>
                  </a:cubicBezTo>
                  <a:lnTo>
                    <a:pt x="0" y="2048"/>
                  </a:lnTo>
                  <a:lnTo>
                    <a:pt x="1229" y="2048"/>
                  </a:lnTo>
                  <a:cubicBezTo>
                    <a:pt x="1544" y="2048"/>
                    <a:pt x="1891" y="2048"/>
                    <a:pt x="2017" y="1985"/>
                  </a:cubicBezTo>
                  <a:cubicBezTo>
                    <a:pt x="2048" y="1954"/>
                    <a:pt x="2080" y="1828"/>
                    <a:pt x="2080" y="1733"/>
                  </a:cubicBezTo>
                  <a:cubicBezTo>
                    <a:pt x="2080" y="1544"/>
                    <a:pt x="2237" y="1387"/>
                    <a:pt x="2458" y="1387"/>
                  </a:cubicBezTo>
                  <a:cubicBezTo>
                    <a:pt x="2647" y="1387"/>
                    <a:pt x="2804" y="1544"/>
                    <a:pt x="2804" y="1733"/>
                  </a:cubicBezTo>
                  <a:cubicBezTo>
                    <a:pt x="2804" y="1828"/>
                    <a:pt x="2804" y="1954"/>
                    <a:pt x="2867" y="1985"/>
                  </a:cubicBezTo>
                  <a:cubicBezTo>
                    <a:pt x="2941" y="2059"/>
                    <a:pt x="3091" y="2090"/>
                    <a:pt x="3265" y="2090"/>
                  </a:cubicBezTo>
                  <a:cubicBezTo>
                    <a:pt x="3388" y="2090"/>
                    <a:pt x="3524" y="2074"/>
                    <a:pt x="3655" y="2048"/>
                  </a:cubicBezTo>
                  <a:lnTo>
                    <a:pt x="4190" y="2048"/>
                  </a:lnTo>
                  <a:lnTo>
                    <a:pt x="4190" y="1702"/>
                  </a:lnTo>
                  <a:cubicBezTo>
                    <a:pt x="4096" y="757"/>
                    <a:pt x="3308" y="0"/>
                    <a:pt x="2363" y="0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48"/>
            <p:cNvSpPr/>
            <p:nvPr/>
          </p:nvSpPr>
          <p:spPr>
            <a:xfrm>
              <a:off x="-33456450" y="3443875"/>
              <a:ext cx="102425" cy="74850"/>
            </a:xfrm>
            <a:custGeom>
              <a:avLst/>
              <a:gdLst/>
              <a:ahLst/>
              <a:cxnLst/>
              <a:rect l="l" t="t" r="r" b="b"/>
              <a:pathLst>
                <a:path w="4097" h="2994" extrusionOk="0">
                  <a:moveTo>
                    <a:pt x="2395" y="0"/>
                  </a:moveTo>
                  <a:cubicBezTo>
                    <a:pt x="2080" y="252"/>
                    <a:pt x="1639" y="252"/>
                    <a:pt x="1230" y="252"/>
                  </a:cubicBezTo>
                  <a:lnTo>
                    <a:pt x="1" y="252"/>
                  </a:lnTo>
                  <a:lnTo>
                    <a:pt x="1" y="914"/>
                  </a:lnTo>
                  <a:cubicBezTo>
                    <a:pt x="1" y="2048"/>
                    <a:pt x="914" y="2993"/>
                    <a:pt x="2049" y="2993"/>
                  </a:cubicBezTo>
                  <a:cubicBezTo>
                    <a:pt x="3183" y="2993"/>
                    <a:pt x="4096" y="2048"/>
                    <a:pt x="4096" y="914"/>
                  </a:cubicBezTo>
                  <a:lnTo>
                    <a:pt x="4096" y="252"/>
                  </a:lnTo>
                  <a:lnTo>
                    <a:pt x="3435" y="252"/>
                  </a:lnTo>
                  <a:cubicBezTo>
                    <a:pt x="3025" y="252"/>
                    <a:pt x="2679" y="189"/>
                    <a:pt x="2395" y="0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6" name="Google Shape;776;p48"/>
          <p:cNvGrpSpPr/>
          <p:nvPr/>
        </p:nvGrpSpPr>
        <p:grpSpPr>
          <a:xfrm>
            <a:off x="3224463" y="3012259"/>
            <a:ext cx="468800" cy="467560"/>
            <a:chOff x="-33646250" y="3586425"/>
            <a:chExt cx="293000" cy="292225"/>
          </a:xfrm>
        </p:grpSpPr>
        <p:sp>
          <p:nvSpPr>
            <p:cNvPr id="777" name="Google Shape;777;p48"/>
            <p:cNvSpPr/>
            <p:nvPr/>
          </p:nvSpPr>
          <p:spPr>
            <a:xfrm>
              <a:off x="-33646250" y="3739225"/>
              <a:ext cx="141775" cy="139425"/>
            </a:xfrm>
            <a:custGeom>
              <a:avLst/>
              <a:gdLst/>
              <a:ahLst/>
              <a:cxnLst/>
              <a:rect l="l" t="t" r="r" b="b"/>
              <a:pathLst>
                <a:path w="5671" h="5577" extrusionOk="0">
                  <a:moveTo>
                    <a:pt x="4190" y="1"/>
                  </a:moveTo>
                  <a:cubicBezTo>
                    <a:pt x="4001" y="316"/>
                    <a:pt x="3970" y="725"/>
                    <a:pt x="4127" y="1040"/>
                  </a:cubicBezTo>
                  <a:lnTo>
                    <a:pt x="3497" y="1670"/>
                  </a:lnTo>
                  <a:cubicBezTo>
                    <a:pt x="3345" y="1589"/>
                    <a:pt x="3194" y="1550"/>
                    <a:pt x="3047" y="1550"/>
                  </a:cubicBezTo>
                  <a:cubicBezTo>
                    <a:pt x="2797" y="1550"/>
                    <a:pt x="2561" y="1661"/>
                    <a:pt x="2363" y="1859"/>
                  </a:cubicBezTo>
                  <a:lnTo>
                    <a:pt x="378" y="3813"/>
                  </a:lnTo>
                  <a:cubicBezTo>
                    <a:pt x="0" y="4222"/>
                    <a:pt x="0" y="4884"/>
                    <a:pt x="378" y="5293"/>
                  </a:cubicBezTo>
                  <a:cubicBezTo>
                    <a:pt x="583" y="5482"/>
                    <a:pt x="851" y="5577"/>
                    <a:pt x="1115" y="5577"/>
                  </a:cubicBezTo>
                  <a:cubicBezTo>
                    <a:pt x="1378" y="5577"/>
                    <a:pt x="1638" y="5482"/>
                    <a:pt x="1827" y="5293"/>
                  </a:cubicBezTo>
                  <a:lnTo>
                    <a:pt x="3812" y="3309"/>
                  </a:lnTo>
                  <a:cubicBezTo>
                    <a:pt x="4096" y="3025"/>
                    <a:pt x="4190" y="2553"/>
                    <a:pt x="4001" y="2143"/>
                  </a:cubicBezTo>
                  <a:lnTo>
                    <a:pt x="4631" y="1513"/>
                  </a:lnTo>
                  <a:cubicBezTo>
                    <a:pt x="4789" y="1576"/>
                    <a:pt x="4915" y="1607"/>
                    <a:pt x="5072" y="1607"/>
                  </a:cubicBezTo>
                  <a:cubicBezTo>
                    <a:pt x="5261" y="1607"/>
                    <a:pt x="5450" y="1544"/>
                    <a:pt x="5671" y="1418"/>
                  </a:cubicBezTo>
                  <a:cubicBezTo>
                    <a:pt x="5041" y="1040"/>
                    <a:pt x="4568" y="568"/>
                    <a:pt x="4190" y="1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48"/>
            <p:cNvSpPr/>
            <p:nvPr/>
          </p:nvSpPr>
          <p:spPr>
            <a:xfrm>
              <a:off x="-33541500" y="3586425"/>
              <a:ext cx="188250" cy="187475"/>
            </a:xfrm>
            <a:custGeom>
              <a:avLst/>
              <a:gdLst/>
              <a:ahLst/>
              <a:cxnLst/>
              <a:rect l="l" t="t" r="r" b="b"/>
              <a:pathLst>
                <a:path w="7530" h="7499" extrusionOk="0">
                  <a:moveTo>
                    <a:pt x="3718" y="1387"/>
                  </a:moveTo>
                  <a:cubicBezTo>
                    <a:pt x="4253" y="1387"/>
                    <a:pt x="4726" y="1859"/>
                    <a:pt x="4726" y="2427"/>
                  </a:cubicBezTo>
                  <a:cubicBezTo>
                    <a:pt x="4789" y="2805"/>
                    <a:pt x="4505" y="3214"/>
                    <a:pt x="4096" y="3372"/>
                  </a:cubicBezTo>
                  <a:lnTo>
                    <a:pt x="4096" y="3750"/>
                  </a:lnTo>
                  <a:cubicBezTo>
                    <a:pt x="4096" y="3939"/>
                    <a:pt x="3938" y="4096"/>
                    <a:pt x="3749" y="4096"/>
                  </a:cubicBezTo>
                  <a:cubicBezTo>
                    <a:pt x="3560" y="4096"/>
                    <a:pt x="3403" y="3939"/>
                    <a:pt x="3403" y="3750"/>
                  </a:cubicBezTo>
                  <a:lnTo>
                    <a:pt x="3403" y="3372"/>
                  </a:lnTo>
                  <a:cubicBezTo>
                    <a:pt x="3403" y="3088"/>
                    <a:pt x="3592" y="2805"/>
                    <a:pt x="3875" y="2742"/>
                  </a:cubicBezTo>
                  <a:cubicBezTo>
                    <a:pt x="4001" y="2679"/>
                    <a:pt x="4096" y="2521"/>
                    <a:pt x="4096" y="2427"/>
                  </a:cubicBezTo>
                  <a:cubicBezTo>
                    <a:pt x="4096" y="2206"/>
                    <a:pt x="3938" y="2049"/>
                    <a:pt x="3749" y="2049"/>
                  </a:cubicBezTo>
                  <a:cubicBezTo>
                    <a:pt x="3560" y="2049"/>
                    <a:pt x="3403" y="2206"/>
                    <a:pt x="3403" y="2427"/>
                  </a:cubicBezTo>
                  <a:cubicBezTo>
                    <a:pt x="3403" y="2616"/>
                    <a:pt x="3245" y="2773"/>
                    <a:pt x="3056" y="2773"/>
                  </a:cubicBezTo>
                  <a:cubicBezTo>
                    <a:pt x="2836" y="2773"/>
                    <a:pt x="2678" y="2616"/>
                    <a:pt x="2678" y="2427"/>
                  </a:cubicBezTo>
                  <a:cubicBezTo>
                    <a:pt x="2678" y="1859"/>
                    <a:pt x="3151" y="1387"/>
                    <a:pt x="3718" y="1387"/>
                  </a:cubicBezTo>
                  <a:close/>
                  <a:moveTo>
                    <a:pt x="3749" y="4726"/>
                  </a:moveTo>
                  <a:cubicBezTo>
                    <a:pt x="3938" y="4726"/>
                    <a:pt x="4096" y="4884"/>
                    <a:pt x="4096" y="5104"/>
                  </a:cubicBezTo>
                  <a:cubicBezTo>
                    <a:pt x="4096" y="5294"/>
                    <a:pt x="3938" y="5451"/>
                    <a:pt x="3749" y="5451"/>
                  </a:cubicBezTo>
                  <a:cubicBezTo>
                    <a:pt x="3560" y="5451"/>
                    <a:pt x="3403" y="5294"/>
                    <a:pt x="3403" y="5104"/>
                  </a:cubicBezTo>
                  <a:cubicBezTo>
                    <a:pt x="3403" y="4884"/>
                    <a:pt x="3560" y="4726"/>
                    <a:pt x="3749" y="4726"/>
                  </a:cubicBezTo>
                  <a:close/>
                  <a:moveTo>
                    <a:pt x="3749" y="1"/>
                  </a:moveTo>
                  <a:cubicBezTo>
                    <a:pt x="1670" y="1"/>
                    <a:pt x="0" y="1702"/>
                    <a:pt x="0" y="3750"/>
                  </a:cubicBezTo>
                  <a:cubicBezTo>
                    <a:pt x="0" y="5829"/>
                    <a:pt x="1702" y="7499"/>
                    <a:pt x="3749" y="7499"/>
                  </a:cubicBezTo>
                  <a:cubicBezTo>
                    <a:pt x="5829" y="7499"/>
                    <a:pt x="7498" y="5798"/>
                    <a:pt x="7498" y="3750"/>
                  </a:cubicBezTo>
                  <a:cubicBezTo>
                    <a:pt x="7530" y="1670"/>
                    <a:pt x="5829" y="1"/>
                    <a:pt x="3749" y="1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79" name="Google Shape;779;p48"/>
          <p:cNvGrpSpPr/>
          <p:nvPr/>
        </p:nvGrpSpPr>
        <p:grpSpPr>
          <a:xfrm>
            <a:off x="6269311" y="1322144"/>
            <a:ext cx="466320" cy="466280"/>
            <a:chOff x="-31093575" y="3911725"/>
            <a:chExt cx="291450" cy="291425"/>
          </a:xfrm>
        </p:grpSpPr>
        <p:sp>
          <p:nvSpPr>
            <p:cNvPr id="780" name="Google Shape;780;p48"/>
            <p:cNvSpPr/>
            <p:nvPr/>
          </p:nvSpPr>
          <p:spPr>
            <a:xfrm>
              <a:off x="-31093575" y="3911725"/>
              <a:ext cx="291450" cy="291425"/>
            </a:xfrm>
            <a:custGeom>
              <a:avLst/>
              <a:gdLst/>
              <a:ahLst/>
              <a:cxnLst/>
              <a:rect l="l" t="t" r="r" b="b"/>
              <a:pathLst>
                <a:path w="11658" h="11657" extrusionOk="0">
                  <a:moveTo>
                    <a:pt x="5829" y="0"/>
                  </a:moveTo>
                  <a:cubicBezTo>
                    <a:pt x="3372" y="0"/>
                    <a:pt x="1261" y="1796"/>
                    <a:pt x="788" y="4159"/>
                  </a:cubicBezTo>
                  <a:cubicBezTo>
                    <a:pt x="347" y="4285"/>
                    <a:pt x="1" y="4694"/>
                    <a:pt x="1" y="5167"/>
                  </a:cubicBezTo>
                  <a:lnTo>
                    <a:pt x="1" y="7876"/>
                  </a:lnTo>
                  <a:cubicBezTo>
                    <a:pt x="1" y="8412"/>
                    <a:pt x="473" y="8885"/>
                    <a:pt x="1009" y="8885"/>
                  </a:cubicBezTo>
                  <a:lnTo>
                    <a:pt x="1702" y="8885"/>
                  </a:lnTo>
                  <a:cubicBezTo>
                    <a:pt x="1891" y="8885"/>
                    <a:pt x="2049" y="8727"/>
                    <a:pt x="2049" y="8538"/>
                  </a:cubicBezTo>
                  <a:lnTo>
                    <a:pt x="2049" y="4442"/>
                  </a:lnTo>
                  <a:cubicBezTo>
                    <a:pt x="2049" y="4253"/>
                    <a:pt x="1891" y="4096"/>
                    <a:pt x="1702" y="4096"/>
                  </a:cubicBezTo>
                  <a:lnTo>
                    <a:pt x="1481" y="4096"/>
                  </a:lnTo>
                  <a:cubicBezTo>
                    <a:pt x="1954" y="2111"/>
                    <a:pt x="3781" y="630"/>
                    <a:pt x="5829" y="630"/>
                  </a:cubicBezTo>
                  <a:cubicBezTo>
                    <a:pt x="7877" y="630"/>
                    <a:pt x="9673" y="2111"/>
                    <a:pt x="10145" y="4096"/>
                  </a:cubicBezTo>
                  <a:lnTo>
                    <a:pt x="9956" y="4096"/>
                  </a:lnTo>
                  <a:cubicBezTo>
                    <a:pt x="9767" y="4096"/>
                    <a:pt x="9610" y="4253"/>
                    <a:pt x="9610" y="4442"/>
                  </a:cubicBezTo>
                  <a:lnTo>
                    <a:pt x="9610" y="8538"/>
                  </a:lnTo>
                  <a:cubicBezTo>
                    <a:pt x="9610" y="8727"/>
                    <a:pt x="9767" y="8885"/>
                    <a:pt x="9956" y="8885"/>
                  </a:cubicBezTo>
                  <a:lnTo>
                    <a:pt x="10271" y="8885"/>
                  </a:lnTo>
                  <a:cubicBezTo>
                    <a:pt x="10114" y="9672"/>
                    <a:pt x="9421" y="10271"/>
                    <a:pt x="8570" y="10271"/>
                  </a:cubicBezTo>
                  <a:lnTo>
                    <a:pt x="6774" y="10271"/>
                  </a:lnTo>
                  <a:cubicBezTo>
                    <a:pt x="6617" y="9893"/>
                    <a:pt x="6270" y="9609"/>
                    <a:pt x="5829" y="9609"/>
                  </a:cubicBezTo>
                  <a:cubicBezTo>
                    <a:pt x="5262" y="9609"/>
                    <a:pt x="4789" y="10082"/>
                    <a:pt x="4789" y="10617"/>
                  </a:cubicBezTo>
                  <a:cubicBezTo>
                    <a:pt x="4789" y="11184"/>
                    <a:pt x="5262" y="11657"/>
                    <a:pt x="5829" y="11657"/>
                  </a:cubicBezTo>
                  <a:cubicBezTo>
                    <a:pt x="6270" y="11657"/>
                    <a:pt x="6648" y="11373"/>
                    <a:pt x="6774" y="10995"/>
                  </a:cubicBezTo>
                  <a:lnTo>
                    <a:pt x="8570" y="10995"/>
                  </a:lnTo>
                  <a:cubicBezTo>
                    <a:pt x="9799" y="10995"/>
                    <a:pt x="10775" y="10082"/>
                    <a:pt x="10933" y="8885"/>
                  </a:cubicBezTo>
                  <a:cubicBezTo>
                    <a:pt x="11342" y="8790"/>
                    <a:pt x="11658" y="8380"/>
                    <a:pt x="11658" y="7908"/>
                  </a:cubicBezTo>
                  <a:lnTo>
                    <a:pt x="11658" y="5198"/>
                  </a:lnTo>
                  <a:cubicBezTo>
                    <a:pt x="11658" y="4694"/>
                    <a:pt x="11311" y="4253"/>
                    <a:pt x="10870" y="4159"/>
                  </a:cubicBezTo>
                  <a:cubicBezTo>
                    <a:pt x="10397" y="1796"/>
                    <a:pt x="8255" y="0"/>
                    <a:pt x="5829" y="0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48"/>
            <p:cNvSpPr/>
            <p:nvPr/>
          </p:nvSpPr>
          <p:spPr>
            <a:xfrm>
              <a:off x="-31025825" y="3980250"/>
              <a:ext cx="156750" cy="154250"/>
            </a:xfrm>
            <a:custGeom>
              <a:avLst/>
              <a:gdLst/>
              <a:ahLst/>
              <a:cxnLst/>
              <a:rect l="l" t="t" r="r" b="b"/>
              <a:pathLst>
                <a:path w="6270" h="6170" extrusionOk="0">
                  <a:moveTo>
                    <a:pt x="3119" y="1386"/>
                  </a:moveTo>
                  <a:cubicBezTo>
                    <a:pt x="3308" y="1386"/>
                    <a:pt x="3466" y="1544"/>
                    <a:pt x="3466" y="1733"/>
                  </a:cubicBezTo>
                  <a:cubicBezTo>
                    <a:pt x="3466" y="1953"/>
                    <a:pt x="3308" y="2079"/>
                    <a:pt x="3119" y="2079"/>
                  </a:cubicBezTo>
                  <a:cubicBezTo>
                    <a:pt x="2930" y="2079"/>
                    <a:pt x="2773" y="1953"/>
                    <a:pt x="2773" y="1733"/>
                  </a:cubicBezTo>
                  <a:cubicBezTo>
                    <a:pt x="2773" y="1544"/>
                    <a:pt x="2930" y="1386"/>
                    <a:pt x="3119" y="1386"/>
                  </a:cubicBezTo>
                  <a:close/>
                  <a:moveTo>
                    <a:pt x="3119" y="2741"/>
                  </a:moveTo>
                  <a:cubicBezTo>
                    <a:pt x="3308" y="2741"/>
                    <a:pt x="3466" y="2867"/>
                    <a:pt x="3466" y="3088"/>
                  </a:cubicBezTo>
                  <a:lnTo>
                    <a:pt x="3466" y="4474"/>
                  </a:lnTo>
                  <a:cubicBezTo>
                    <a:pt x="3466" y="4663"/>
                    <a:pt x="3308" y="4820"/>
                    <a:pt x="3119" y="4820"/>
                  </a:cubicBezTo>
                  <a:cubicBezTo>
                    <a:pt x="2930" y="4820"/>
                    <a:pt x="2773" y="4663"/>
                    <a:pt x="2773" y="4474"/>
                  </a:cubicBezTo>
                  <a:lnTo>
                    <a:pt x="2773" y="3088"/>
                  </a:lnTo>
                  <a:cubicBezTo>
                    <a:pt x="2773" y="2867"/>
                    <a:pt x="2930" y="2741"/>
                    <a:pt x="3119" y="2741"/>
                  </a:cubicBezTo>
                  <a:close/>
                  <a:moveTo>
                    <a:pt x="3151" y="0"/>
                  </a:moveTo>
                  <a:cubicBezTo>
                    <a:pt x="1449" y="0"/>
                    <a:pt x="63" y="1386"/>
                    <a:pt x="63" y="3088"/>
                  </a:cubicBezTo>
                  <a:cubicBezTo>
                    <a:pt x="63" y="3592"/>
                    <a:pt x="158" y="4096"/>
                    <a:pt x="441" y="4568"/>
                  </a:cubicBezTo>
                  <a:lnTo>
                    <a:pt x="63" y="5734"/>
                  </a:lnTo>
                  <a:cubicBezTo>
                    <a:pt x="0" y="5828"/>
                    <a:pt x="0" y="5955"/>
                    <a:pt x="126" y="6081"/>
                  </a:cubicBezTo>
                  <a:cubicBezTo>
                    <a:pt x="171" y="6125"/>
                    <a:pt x="263" y="6170"/>
                    <a:pt x="357" y="6170"/>
                  </a:cubicBezTo>
                  <a:cubicBezTo>
                    <a:pt x="396" y="6170"/>
                    <a:pt x="436" y="6162"/>
                    <a:pt x="473" y="6144"/>
                  </a:cubicBezTo>
                  <a:lnTo>
                    <a:pt x="1638" y="5765"/>
                  </a:lnTo>
                  <a:cubicBezTo>
                    <a:pt x="2079" y="6049"/>
                    <a:pt x="2615" y="6144"/>
                    <a:pt x="3151" y="6144"/>
                  </a:cubicBezTo>
                  <a:cubicBezTo>
                    <a:pt x="4852" y="6144"/>
                    <a:pt x="6270" y="4789"/>
                    <a:pt x="6270" y="3088"/>
                  </a:cubicBezTo>
                  <a:cubicBezTo>
                    <a:pt x="6270" y="1386"/>
                    <a:pt x="4852" y="0"/>
                    <a:pt x="3151" y="0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82" name="Google Shape;782;p48"/>
          <p:cNvGrpSpPr/>
          <p:nvPr/>
        </p:nvGrpSpPr>
        <p:grpSpPr>
          <a:xfrm>
            <a:off x="6267405" y="3013915"/>
            <a:ext cx="467560" cy="465480"/>
            <a:chOff x="-30735200" y="3552550"/>
            <a:chExt cx="292225" cy="290925"/>
          </a:xfrm>
        </p:grpSpPr>
        <p:sp>
          <p:nvSpPr>
            <p:cNvPr id="783" name="Google Shape;783;p48"/>
            <p:cNvSpPr/>
            <p:nvPr/>
          </p:nvSpPr>
          <p:spPr>
            <a:xfrm>
              <a:off x="-30613900" y="3655750"/>
              <a:ext cx="170925" cy="187725"/>
            </a:xfrm>
            <a:custGeom>
              <a:avLst/>
              <a:gdLst/>
              <a:ahLst/>
              <a:cxnLst/>
              <a:rect l="l" t="t" r="r" b="b"/>
              <a:pathLst>
                <a:path w="6837" h="7509" extrusionOk="0">
                  <a:moveTo>
                    <a:pt x="5120" y="2079"/>
                  </a:moveTo>
                  <a:cubicBezTo>
                    <a:pt x="5206" y="2079"/>
                    <a:pt x="5293" y="2111"/>
                    <a:pt x="5356" y="2174"/>
                  </a:cubicBezTo>
                  <a:cubicBezTo>
                    <a:pt x="5451" y="2268"/>
                    <a:pt x="5451" y="2458"/>
                    <a:pt x="5356" y="2647"/>
                  </a:cubicBezTo>
                  <a:lnTo>
                    <a:pt x="3308" y="4694"/>
                  </a:lnTo>
                  <a:cubicBezTo>
                    <a:pt x="3214" y="4757"/>
                    <a:pt x="3151" y="4789"/>
                    <a:pt x="3056" y="4789"/>
                  </a:cubicBezTo>
                  <a:cubicBezTo>
                    <a:pt x="2993" y="4789"/>
                    <a:pt x="2899" y="4757"/>
                    <a:pt x="2836" y="4694"/>
                  </a:cubicBezTo>
                  <a:lnTo>
                    <a:pt x="2174" y="4001"/>
                  </a:lnTo>
                  <a:cubicBezTo>
                    <a:pt x="2048" y="3907"/>
                    <a:pt x="2048" y="3655"/>
                    <a:pt x="2174" y="3529"/>
                  </a:cubicBezTo>
                  <a:cubicBezTo>
                    <a:pt x="2221" y="3481"/>
                    <a:pt x="2308" y="3458"/>
                    <a:pt x="2399" y="3458"/>
                  </a:cubicBezTo>
                  <a:cubicBezTo>
                    <a:pt x="2489" y="3458"/>
                    <a:pt x="2584" y="3481"/>
                    <a:pt x="2647" y="3529"/>
                  </a:cubicBezTo>
                  <a:lnTo>
                    <a:pt x="3056" y="3970"/>
                  </a:lnTo>
                  <a:lnTo>
                    <a:pt x="4883" y="2174"/>
                  </a:lnTo>
                  <a:cubicBezTo>
                    <a:pt x="4946" y="2111"/>
                    <a:pt x="5033" y="2079"/>
                    <a:pt x="5120" y="2079"/>
                  </a:cubicBezTo>
                  <a:close/>
                  <a:moveTo>
                    <a:pt x="1701" y="0"/>
                  </a:moveTo>
                  <a:cubicBezTo>
                    <a:pt x="725" y="0"/>
                    <a:pt x="0" y="756"/>
                    <a:pt x="0" y="1701"/>
                  </a:cubicBezTo>
                  <a:lnTo>
                    <a:pt x="0" y="4411"/>
                  </a:lnTo>
                  <a:cubicBezTo>
                    <a:pt x="0" y="5356"/>
                    <a:pt x="725" y="6112"/>
                    <a:pt x="1701" y="6112"/>
                  </a:cubicBezTo>
                  <a:lnTo>
                    <a:pt x="2048" y="6112"/>
                  </a:lnTo>
                  <a:lnTo>
                    <a:pt x="2048" y="7152"/>
                  </a:lnTo>
                  <a:cubicBezTo>
                    <a:pt x="2048" y="7309"/>
                    <a:pt x="2111" y="7435"/>
                    <a:pt x="2237" y="7467"/>
                  </a:cubicBezTo>
                  <a:cubicBezTo>
                    <a:pt x="2289" y="7493"/>
                    <a:pt x="2347" y="7508"/>
                    <a:pt x="2401" y="7508"/>
                  </a:cubicBezTo>
                  <a:cubicBezTo>
                    <a:pt x="2477" y="7508"/>
                    <a:pt x="2547" y="7478"/>
                    <a:pt x="2584" y="7404"/>
                  </a:cubicBezTo>
                  <a:lnTo>
                    <a:pt x="3844" y="6112"/>
                  </a:lnTo>
                  <a:lnTo>
                    <a:pt x="5073" y="6112"/>
                  </a:lnTo>
                  <a:cubicBezTo>
                    <a:pt x="6018" y="6112"/>
                    <a:pt x="6805" y="5356"/>
                    <a:pt x="6805" y="4411"/>
                  </a:cubicBezTo>
                  <a:lnTo>
                    <a:pt x="6805" y="1701"/>
                  </a:lnTo>
                  <a:cubicBezTo>
                    <a:pt x="6837" y="756"/>
                    <a:pt x="6049" y="0"/>
                    <a:pt x="5104" y="0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48"/>
            <p:cNvSpPr/>
            <p:nvPr/>
          </p:nvSpPr>
          <p:spPr>
            <a:xfrm>
              <a:off x="-30735200" y="3552550"/>
              <a:ext cx="188275" cy="205075"/>
            </a:xfrm>
            <a:custGeom>
              <a:avLst/>
              <a:gdLst/>
              <a:ahLst/>
              <a:cxnLst/>
              <a:rect l="l" t="t" r="r" b="b"/>
              <a:pathLst>
                <a:path w="7531" h="8203" extrusionOk="0">
                  <a:moveTo>
                    <a:pt x="3781" y="1356"/>
                  </a:moveTo>
                  <a:cubicBezTo>
                    <a:pt x="4317" y="1356"/>
                    <a:pt x="4789" y="1828"/>
                    <a:pt x="4789" y="2395"/>
                  </a:cubicBezTo>
                  <a:cubicBezTo>
                    <a:pt x="4789" y="2710"/>
                    <a:pt x="4632" y="3025"/>
                    <a:pt x="4411" y="3214"/>
                  </a:cubicBezTo>
                  <a:cubicBezTo>
                    <a:pt x="4254" y="3341"/>
                    <a:pt x="4128" y="3530"/>
                    <a:pt x="4128" y="3782"/>
                  </a:cubicBezTo>
                  <a:cubicBezTo>
                    <a:pt x="4128" y="3971"/>
                    <a:pt x="3970" y="4128"/>
                    <a:pt x="3781" y="4128"/>
                  </a:cubicBezTo>
                  <a:cubicBezTo>
                    <a:pt x="3592" y="4128"/>
                    <a:pt x="3434" y="3971"/>
                    <a:pt x="3434" y="3782"/>
                  </a:cubicBezTo>
                  <a:cubicBezTo>
                    <a:pt x="3434" y="3341"/>
                    <a:pt x="3624" y="2931"/>
                    <a:pt x="3970" y="2679"/>
                  </a:cubicBezTo>
                  <a:cubicBezTo>
                    <a:pt x="4065" y="2584"/>
                    <a:pt x="4096" y="2521"/>
                    <a:pt x="4096" y="2395"/>
                  </a:cubicBezTo>
                  <a:cubicBezTo>
                    <a:pt x="4096" y="2206"/>
                    <a:pt x="3939" y="2049"/>
                    <a:pt x="3750" y="2049"/>
                  </a:cubicBezTo>
                  <a:cubicBezTo>
                    <a:pt x="3529" y="2049"/>
                    <a:pt x="3371" y="2206"/>
                    <a:pt x="3371" y="2395"/>
                  </a:cubicBezTo>
                  <a:cubicBezTo>
                    <a:pt x="3371" y="2584"/>
                    <a:pt x="3214" y="2742"/>
                    <a:pt x="3025" y="2742"/>
                  </a:cubicBezTo>
                  <a:cubicBezTo>
                    <a:pt x="2836" y="2742"/>
                    <a:pt x="2678" y="2584"/>
                    <a:pt x="2678" y="2395"/>
                  </a:cubicBezTo>
                  <a:cubicBezTo>
                    <a:pt x="2741" y="1828"/>
                    <a:pt x="3214" y="1356"/>
                    <a:pt x="3781" y="1356"/>
                  </a:cubicBezTo>
                  <a:close/>
                  <a:moveTo>
                    <a:pt x="3781" y="4758"/>
                  </a:moveTo>
                  <a:cubicBezTo>
                    <a:pt x="3970" y="4758"/>
                    <a:pt x="4128" y="4916"/>
                    <a:pt x="4128" y="5105"/>
                  </a:cubicBezTo>
                  <a:cubicBezTo>
                    <a:pt x="4128" y="5294"/>
                    <a:pt x="3970" y="5451"/>
                    <a:pt x="3781" y="5451"/>
                  </a:cubicBezTo>
                  <a:cubicBezTo>
                    <a:pt x="3592" y="5451"/>
                    <a:pt x="3434" y="5294"/>
                    <a:pt x="3434" y="5105"/>
                  </a:cubicBezTo>
                  <a:cubicBezTo>
                    <a:pt x="3434" y="4916"/>
                    <a:pt x="3592" y="4758"/>
                    <a:pt x="3781" y="4758"/>
                  </a:cubicBezTo>
                  <a:close/>
                  <a:moveTo>
                    <a:pt x="1733" y="1"/>
                  </a:moveTo>
                  <a:cubicBezTo>
                    <a:pt x="788" y="1"/>
                    <a:pt x="0" y="789"/>
                    <a:pt x="0" y="1734"/>
                  </a:cubicBezTo>
                  <a:lnTo>
                    <a:pt x="0" y="5136"/>
                  </a:lnTo>
                  <a:cubicBezTo>
                    <a:pt x="0" y="5987"/>
                    <a:pt x="631" y="6649"/>
                    <a:pt x="1418" y="6806"/>
                  </a:cubicBezTo>
                  <a:lnTo>
                    <a:pt x="1418" y="7846"/>
                  </a:lnTo>
                  <a:cubicBezTo>
                    <a:pt x="1418" y="8003"/>
                    <a:pt x="1481" y="8129"/>
                    <a:pt x="1607" y="8161"/>
                  </a:cubicBezTo>
                  <a:cubicBezTo>
                    <a:pt x="1659" y="8187"/>
                    <a:pt x="1717" y="8202"/>
                    <a:pt x="1771" y="8202"/>
                  </a:cubicBezTo>
                  <a:cubicBezTo>
                    <a:pt x="1848" y="8202"/>
                    <a:pt x="1917" y="8172"/>
                    <a:pt x="1954" y="8098"/>
                  </a:cubicBezTo>
                  <a:lnTo>
                    <a:pt x="3214" y="6838"/>
                  </a:lnTo>
                  <a:lnTo>
                    <a:pt x="4096" y="6838"/>
                  </a:lnTo>
                  <a:lnTo>
                    <a:pt x="4096" y="5798"/>
                  </a:lnTo>
                  <a:cubicBezTo>
                    <a:pt x="4096" y="4475"/>
                    <a:pt x="5167" y="3404"/>
                    <a:pt x="6490" y="3404"/>
                  </a:cubicBezTo>
                  <a:lnTo>
                    <a:pt x="7530" y="3404"/>
                  </a:lnTo>
                  <a:lnTo>
                    <a:pt x="7530" y="1734"/>
                  </a:lnTo>
                  <a:cubicBezTo>
                    <a:pt x="7530" y="789"/>
                    <a:pt x="6774" y="1"/>
                    <a:pt x="5829" y="1"/>
                  </a:cubicBez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85" name="Google Shape;785;p48"/>
          <p:cNvSpPr txBox="1">
            <a:spLocks noGrp="1"/>
          </p:cNvSpPr>
          <p:nvPr>
            <p:ph type="ctrTitle" idx="4294967295"/>
          </p:nvPr>
        </p:nvSpPr>
        <p:spPr>
          <a:xfrm>
            <a:off x="239725" y="2078953"/>
            <a:ext cx="2551500" cy="10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</a:pPr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</a:pPr>
            <a:r>
              <a:rPr lang="es" sz="2500" b="1" u="none" strike="noStrike" cap="none" dirty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Abril Fatface"/>
              </a:rPr>
              <a:t>MISMA</a:t>
            </a:r>
            <a:endParaRPr sz="2800" b="1" u="none" strike="noStrike" cap="none" dirty="0">
              <a:solidFill>
                <a:srgbClr val="FFFFFF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  <a:sym typeface="Abril Fatfac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8D99"/>
              </a:buClr>
              <a:buSzPts val="2800"/>
              <a:buFont typeface="Abril Fatface"/>
              <a:buNone/>
            </a:pPr>
            <a:r>
              <a:rPr lang="es" sz="2500" b="1" u="none" strike="noStrike" cap="none" dirty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sym typeface="Abril Fatface"/>
              </a:rPr>
              <a:t>APLICACIÓN</a:t>
            </a:r>
          </a:p>
        </p:txBody>
      </p:sp>
      <p:sp>
        <p:nvSpPr>
          <p:cNvPr id="786" name="Google Shape;786;p48"/>
          <p:cNvSpPr txBox="1">
            <a:spLocks noGrp="1"/>
          </p:cNvSpPr>
          <p:nvPr>
            <p:ph type="title" idx="2"/>
          </p:nvPr>
        </p:nvSpPr>
        <p:spPr>
          <a:xfrm>
            <a:off x="3720475" y="371748"/>
            <a:ext cx="3119330" cy="839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s" sz="2000" dirty="0"/>
              <a:t>Cuatro enfoques de interfaz</a:t>
            </a:r>
            <a:endParaRPr sz="1600" dirty="0"/>
          </a:p>
        </p:txBody>
      </p:sp>
      <p:sp>
        <p:nvSpPr>
          <p:cNvPr id="787" name="Google Shape;787;p48"/>
          <p:cNvSpPr txBox="1">
            <a:spLocks noGrp="1"/>
          </p:cNvSpPr>
          <p:nvPr>
            <p:ph type="subTitle" idx="4"/>
          </p:nvPr>
        </p:nvSpPr>
        <p:spPr>
          <a:xfrm>
            <a:off x="3720475" y="2889100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dirty="0"/>
              <a:t>React 18</a:t>
            </a:r>
            <a:endParaRPr sz="1200" dirty="0"/>
          </a:p>
        </p:txBody>
      </p:sp>
      <p:sp>
        <p:nvSpPr>
          <p:cNvPr id="788" name="Google Shape;788;p48"/>
          <p:cNvSpPr txBox="1">
            <a:spLocks noGrp="1"/>
          </p:cNvSpPr>
          <p:nvPr>
            <p:ph type="subTitle" idx="5"/>
          </p:nvPr>
        </p:nvSpPr>
        <p:spPr>
          <a:xfrm>
            <a:off x="3720475" y="3225350"/>
            <a:ext cx="19629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Biblioteca de UI</a:t>
            </a:r>
            <a:endParaRPr sz="105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useState y useMemo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Componentes JSX</a:t>
            </a:r>
          </a:p>
        </p:txBody>
      </p:sp>
      <p:sp>
        <p:nvSpPr>
          <p:cNvPr id="789" name="Google Shape;789;p48"/>
          <p:cNvSpPr txBox="1">
            <a:spLocks noGrp="1"/>
          </p:cNvSpPr>
          <p:nvPr>
            <p:ph type="subTitle" idx="8"/>
          </p:nvPr>
        </p:nvSpPr>
        <p:spPr>
          <a:xfrm>
            <a:off x="6820700" y="2889100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/>
              <a:t>Vue 3.5</a:t>
            </a:r>
            <a:endParaRPr sz="1200"/>
          </a:p>
        </p:txBody>
      </p:sp>
      <p:sp>
        <p:nvSpPr>
          <p:cNvPr id="790" name="Google Shape;790;p48"/>
          <p:cNvSpPr txBox="1">
            <a:spLocks noGrp="1"/>
          </p:cNvSpPr>
          <p:nvPr>
            <p:ph type="subTitle" idx="9"/>
          </p:nvPr>
        </p:nvSpPr>
        <p:spPr>
          <a:xfrm>
            <a:off x="6820700" y="3225350"/>
            <a:ext cx="19629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Framework progresivo</a:t>
            </a:r>
            <a:endParaRPr sz="105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ref y computed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Reactividad con proxies</a:t>
            </a:r>
          </a:p>
        </p:txBody>
      </p:sp>
      <p:sp>
        <p:nvSpPr>
          <p:cNvPr id="791" name="Google Shape;791;p48"/>
          <p:cNvSpPr txBox="1">
            <a:spLocks noGrp="1"/>
          </p:cNvSpPr>
          <p:nvPr>
            <p:ph type="subTitle" idx="1"/>
          </p:nvPr>
        </p:nvSpPr>
        <p:spPr>
          <a:xfrm>
            <a:off x="3720475" y="1274525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dirty="0"/>
              <a:t>Angular 19</a:t>
            </a:r>
            <a:endParaRPr sz="1200" dirty="0"/>
          </a:p>
        </p:txBody>
      </p:sp>
      <p:sp>
        <p:nvSpPr>
          <p:cNvPr id="792" name="Google Shape;792;p48"/>
          <p:cNvSpPr txBox="1">
            <a:spLocks noGrp="1"/>
          </p:cNvSpPr>
          <p:nvPr>
            <p:ph type="subTitle" idx="3"/>
          </p:nvPr>
        </p:nvSpPr>
        <p:spPr>
          <a:xfrm>
            <a:off x="3720475" y="1610775"/>
            <a:ext cx="19629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 dirty="0"/>
              <a:t>Framework integral</a:t>
            </a:r>
            <a:endParaRPr sz="105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 dirty="0"/>
              <a:t>Signals y computed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 dirty="0"/>
              <a:t>Componentes standalone</a:t>
            </a:r>
          </a:p>
        </p:txBody>
      </p:sp>
      <p:sp>
        <p:nvSpPr>
          <p:cNvPr id="793" name="Google Shape;793;p48"/>
          <p:cNvSpPr txBox="1">
            <a:spLocks noGrp="1"/>
          </p:cNvSpPr>
          <p:nvPr>
            <p:ph type="subTitle" idx="6"/>
          </p:nvPr>
        </p:nvSpPr>
        <p:spPr>
          <a:xfrm>
            <a:off x="6820700" y="1266450"/>
            <a:ext cx="2058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dirty="0"/>
              <a:t>Svelte 5</a:t>
            </a:r>
            <a:endParaRPr sz="1200" dirty="0"/>
          </a:p>
        </p:txBody>
      </p:sp>
      <p:sp>
        <p:nvSpPr>
          <p:cNvPr id="794" name="Google Shape;794;p48"/>
          <p:cNvSpPr txBox="1">
            <a:spLocks noGrp="1"/>
          </p:cNvSpPr>
          <p:nvPr>
            <p:ph type="subTitle" idx="7"/>
          </p:nvPr>
        </p:nvSpPr>
        <p:spPr>
          <a:xfrm>
            <a:off x="6820700" y="1602700"/>
            <a:ext cx="19629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Compilador de UI</a:t>
            </a:r>
            <a:endParaRPr sz="105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$state y $derived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/>
              <a:t>Código generado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5" name="Google Shape;265;p35"/>
          <p:cNvSpPr txBox="1">
            <a:spLocks noGrp="1"/>
          </p:cNvSpPr>
          <p:nvPr>
            <p:ph type="title"/>
          </p:nvPr>
        </p:nvSpPr>
        <p:spPr>
          <a:xfrm>
            <a:off x="311700" y="1054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s" sz="2200" dirty="0"/>
              <a:t>Funcionamiento y resultados de rendimiento</a:t>
            </a:r>
            <a:endParaRPr sz="1800" dirty="0"/>
          </a:p>
        </p:txBody>
      </p:sp>
      <p:sp>
        <p:nvSpPr>
          <p:cNvPr id="266" name="Google Shape;266;p35"/>
          <p:cNvSpPr txBox="1">
            <a:spLocks noGrp="1"/>
          </p:cNvSpPr>
          <p:nvPr>
            <p:ph type="subTitle" idx="1"/>
          </p:nvPr>
        </p:nvSpPr>
        <p:spPr>
          <a:xfrm>
            <a:off x="673179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 dirty="0" sz="1700"/>
              <a:t>VERIFICADO</a:t>
            </a:r>
            <a:endParaRPr b="1" dirty="0"/>
          </a:p>
        </p:txBody>
      </p:sp>
      <p:sp>
        <p:nvSpPr>
          <p:cNvPr id="267" name="Google Shape;267;p35"/>
          <p:cNvSpPr txBox="1">
            <a:spLocks noGrp="1"/>
          </p:cNvSpPr>
          <p:nvPr>
            <p:ph type="subTitle" idx="2"/>
          </p:nvPr>
        </p:nvSpPr>
        <p:spPr>
          <a:xfrm>
            <a:off x="673179" y="2743514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z="1500"/>
              <a:t>Las cuatro versiones compilan.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z="1500"/>
              <a:t>Búsqueda y formularios funcionan.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dirty="0" sz="1500"/>
              <a:t>Limpiar y reinsertar 5.000 registros funciona.</a:t>
            </a:r>
          </a:p>
        </p:txBody>
      </p:sp>
      <p:sp>
        <p:nvSpPr>
          <p:cNvPr id="268" name="Google Shape;268;p35"/>
          <p:cNvSpPr txBox="1">
            <a:spLocks noGrp="1"/>
          </p:cNvSpPr>
          <p:nvPr>
            <p:ph type="subTitle" idx="3"/>
          </p:nvPr>
        </p:nvSpPr>
        <p:spPr>
          <a:xfrm>
            <a:off x="4785325" y="2226950"/>
            <a:ext cx="3252000" cy="46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b="1" dirty="0" sz="1700"/>
              <a:t>POR MEDIR</a:t>
            </a:r>
            <a:endParaRPr b="1" dirty="0"/>
          </a:p>
        </p:txBody>
      </p:sp>
      <p:sp>
        <p:nvSpPr>
          <p:cNvPr id="269" name="Google Shape;269;p35"/>
          <p:cNvSpPr txBox="1">
            <a:spLocks noGrp="1"/>
          </p:cNvSpPr>
          <p:nvPr>
            <p:ph type="subTitle" idx="4"/>
          </p:nvPr>
        </p:nvSpPr>
        <p:spPr>
          <a:xfrm>
            <a:off x="4785325" y="2743514"/>
            <a:ext cx="3252000" cy="128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 sz="1500"/>
              <a:t>Latencia por escenario en producción.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 sz="1500"/>
              <a:t>Todas las filas frente a paginación.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 sz="1500"/>
              <a:t>Sin un ganador hasta tener resultados.</a:t>
            </a:r>
          </a:p>
        </p:txBody>
      </p:sp>
      <p:sp>
        <p:nvSpPr>
          <p:cNvPr id="7" name="Google Shape;216;p28">
            <a:extLst>
              <a:ext uri="{FF2B5EF4-FFF2-40B4-BE49-F238E27FC236}">
                <a16:creationId xmlns:a16="http://schemas.microsoft.com/office/drawing/2014/main" id="{BA82819F-3CAF-8146-BE34-59576FF57141}"/>
              </a:ext>
            </a:extLst>
          </p:cNvPr>
          <p:cNvSpPr/>
          <p:nvPr/>
        </p:nvSpPr>
        <p:spPr>
          <a:xfrm>
            <a:off x="768265" y="3946801"/>
            <a:ext cx="166200" cy="37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16;p28">
            <a:extLst>
              <a:ext uri="{FF2B5EF4-FFF2-40B4-BE49-F238E27FC236}">
                <a16:creationId xmlns:a16="http://schemas.microsoft.com/office/drawing/2014/main" id="{714949EA-10F6-B843-8DF3-B7428A4C1211}"/>
              </a:ext>
            </a:extLst>
          </p:cNvPr>
          <p:cNvSpPr/>
          <p:nvPr/>
        </p:nvSpPr>
        <p:spPr>
          <a:xfrm>
            <a:off x="4880153" y="3946801"/>
            <a:ext cx="166200" cy="37500"/>
          </a:xfrm>
          <a:prstGeom prst="rect">
            <a:avLst/>
          </a:prstGeom>
          <a:solidFill>
            <a:srgbClr val="FF3A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usiness slide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Business slide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4844</TotalTime>
  <Words>1717</Words>
  <Application>Microsoft Office PowerPoint</Application>
  <PresentationFormat>Presentación en pantalla (16:9)</PresentationFormat>
  <Paragraphs>207</Paragraphs>
  <Slides>62</Slides>
  <Notes>56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62</vt:i4>
      </vt:variant>
    </vt:vector>
  </HeadingPairs>
  <TitlesOfParts>
    <vt:vector size="72" baseType="lpstr">
      <vt:lpstr>Abril Fatface</vt:lpstr>
      <vt:lpstr>Arvo</vt:lpstr>
      <vt:lpstr>Proxima Nova</vt:lpstr>
      <vt:lpstr>Nunito</vt:lpstr>
      <vt:lpstr>Verdana</vt:lpstr>
      <vt:lpstr>Arial</vt:lpstr>
      <vt:lpstr>Proxima Nova Semibold</vt:lpstr>
      <vt:lpstr>Business slide</vt:lpstr>
      <vt:lpstr>1_Business slide</vt:lpstr>
      <vt:lpstr>SlidesGo Final Pages</vt:lpstr>
      <vt:lpstr>Título del artículo tipo suvey </vt:lpstr>
      <vt:lpstr>Presentación de PowerPoint</vt:lpstr>
      <vt:lpstr>Here is where your presentation begins</vt:lpstr>
      <vt:lpstr>Here is where your presentation begins</vt:lpstr>
      <vt:lpstr>“This is a quote. Words full of wisdom that someone important said and can make the reader get inspired.”</vt:lpstr>
      <vt:lpstr>Sometimes, reviewing concepts is a good idea</vt:lpstr>
      <vt:lpstr>The slide title goes here!</vt:lpstr>
      <vt:lpstr>A picture always reinforces the concept</vt:lpstr>
      <vt:lpstr>A picture always reinforces the concept</vt:lpstr>
      <vt:lpstr>Maybe you need to divide the content</vt:lpstr>
      <vt:lpstr>You could use three columns, why not?</vt:lpstr>
      <vt:lpstr>You could use three columns, why not?</vt:lpstr>
      <vt:lpstr>Sometimes, reviewing concepts is a good idea</vt:lpstr>
      <vt:lpstr>A picture is worth a thousand words</vt:lpstr>
      <vt:lpstr>Awesome words</vt:lpstr>
      <vt:lpstr>Awesome words</vt:lpstr>
      <vt:lpstr>This is a map</vt:lpstr>
      <vt:lpstr>A timeline always works fine</vt:lpstr>
      <vt:lpstr>… and the same goes for tables</vt:lpstr>
      <vt:lpstr>Presentación de PowerPoint</vt:lpstr>
      <vt:lpstr>333,000.00</vt:lpstr>
      <vt:lpstr>And here comes  the slide title!</vt:lpstr>
      <vt:lpstr>GREAT WORDS</vt:lpstr>
      <vt:lpstr>Presentación de PowerPoint</vt:lpstr>
      <vt:lpstr>MERCURY</vt:lpstr>
      <vt:lpstr>Desktop Software</vt:lpstr>
      <vt:lpstr>Mobile Web</vt:lpstr>
      <vt:lpstr>Tablet App</vt:lpstr>
      <vt:lpstr>Presentación de PowerPoint</vt:lpstr>
      <vt:lpstr>Presentación de PowerPoint</vt:lpstr>
      <vt:lpstr>Presentación de PowerPoint</vt:lpstr>
      <vt:lpstr>Presentación de PowerPoint</vt:lpstr>
      <vt:lpstr>Business Icons</vt:lpstr>
      <vt:lpstr>Business Icons</vt:lpstr>
      <vt:lpstr>Business Icons</vt:lpstr>
      <vt:lpstr>Avatar Icons</vt:lpstr>
      <vt:lpstr>Avatar Icons</vt:lpstr>
      <vt:lpstr>Avatar Icons</vt:lpstr>
      <vt:lpstr>Creative Process Icons</vt:lpstr>
      <vt:lpstr>Creative Process Icons</vt:lpstr>
      <vt:lpstr>Creative Process Icons</vt:lpstr>
      <vt:lpstr>Educational Process Icons</vt:lpstr>
      <vt:lpstr>Educational Process Icons</vt:lpstr>
      <vt:lpstr>Educational Process Icons</vt:lpstr>
      <vt:lpstr>Help &amp; Support Icons</vt:lpstr>
      <vt:lpstr>Help &amp; Support Icons</vt:lpstr>
      <vt:lpstr>Help &amp; Support Icons</vt:lpstr>
      <vt:lpstr>Medical Icons</vt:lpstr>
      <vt:lpstr>Medical Icons</vt:lpstr>
      <vt:lpstr>Medical Icons</vt:lpstr>
      <vt:lpstr>Nature Icons</vt:lpstr>
      <vt:lpstr>Nature Icons</vt:lpstr>
      <vt:lpstr>Nature Icons</vt:lpstr>
      <vt:lpstr>Performing Arts Icons</vt:lpstr>
      <vt:lpstr>Performing Arts Icons</vt:lpstr>
      <vt:lpstr>Performing Arts Icons</vt:lpstr>
      <vt:lpstr>SEO &amp; Marketing Icons</vt:lpstr>
      <vt:lpstr>SEO &amp; Marketing Icons</vt:lpstr>
      <vt:lpstr>SEO &amp; Marketing Icons</vt:lpstr>
      <vt:lpstr>Teamwork Icons</vt:lpstr>
      <vt:lpstr>Teamwork Icons</vt:lpstr>
      <vt:lpstr>Teamwork Icons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Here is where your presentation begins</dc:title>
  <dc:creator>Aburto Herrera Beatrice</dc:creator>
  <cp:lastModifiedBy>Javier More</cp:lastModifiedBy>
  <cp:revision>490</cp:revision>
  <dcterms:modified xsi:type="dcterms:W3CDTF">2026-10-05T20:19:33Z</dcterms:modified>
</cp:coreProperties>
</file>